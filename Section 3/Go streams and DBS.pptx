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ppt/ink/ink6.xml" ContentType="application/inkml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tags/tag8.xml" ContentType="application/vnd.openxmlformats-officedocument.presentationml.tags+xml"/>
  <Override PartName="/ppt/notesSlides/notesSlide8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tags/tag10.xml" ContentType="application/vnd.openxmlformats-officedocument.presentationml.tags+xml"/>
  <Override PartName="/ppt/notesSlides/notesSlide10.xml" ContentType="application/vnd.openxmlformats-officedocument.presentationml.notesSlide+xml"/>
  <Override PartName="/ppt/tags/tag11.xml" ContentType="application/vnd.openxmlformats-officedocument.presentationml.tags+xml"/>
  <Override PartName="/ppt/notesSlides/notesSlide11.xml" ContentType="application/vnd.openxmlformats-officedocument.presentationml.notesSlide+xml"/>
  <Override PartName="/ppt/tags/tag12.xml" ContentType="application/vnd.openxmlformats-officedocument.presentationml.tags+xml"/>
  <Override PartName="/ppt/notesSlides/notesSlide12.xml" ContentType="application/vnd.openxmlformats-officedocument.presentationml.notesSlide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tags/tag13.xml" ContentType="application/vnd.openxmlformats-officedocument.presentationml.tags+xml"/>
  <Override PartName="/ppt/notesSlides/notesSlide13.xml" ContentType="application/vnd.openxmlformats-officedocument.presentationml.notesSlide+xml"/>
  <Override PartName="/ppt/tags/tag14.xml" ContentType="application/vnd.openxmlformats-officedocument.presentationml.tags+xml"/>
  <Override PartName="/ppt/notesSlides/notesSlide14.xml" ContentType="application/vnd.openxmlformats-officedocument.presentationml.notesSlide+xml"/>
  <Override PartName="/ppt/tags/tag15.xml" ContentType="application/vnd.openxmlformats-officedocument.presentationml.tags+xml"/>
  <Override PartName="/ppt/notesSlides/notesSlide15.xml" ContentType="application/vnd.openxmlformats-officedocument.presentationml.notesSlide+xml"/>
  <Override PartName="/ppt/tags/tag16.xml" ContentType="application/vnd.openxmlformats-officedocument.presentationml.tags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350" r:id="rId3"/>
    <p:sldId id="360" r:id="rId4"/>
    <p:sldId id="362" r:id="rId5"/>
    <p:sldId id="361" r:id="rId6"/>
    <p:sldId id="363" r:id="rId7"/>
    <p:sldId id="364" r:id="rId8"/>
    <p:sldId id="366" r:id="rId9"/>
    <p:sldId id="365" r:id="rId10"/>
    <p:sldId id="367" r:id="rId11"/>
    <p:sldId id="368" r:id="rId12"/>
    <p:sldId id="369" r:id="rId13"/>
    <p:sldId id="371" r:id="rId14"/>
    <p:sldId id="370" r:id="rId15"/>
    <p:sldId id="372" r:id="rId16"/>
    <p:sldId id="373" r:id="rId17"/>
    <p:sldId id="3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18" autoAdjust="0"/>
  </p:normalViewPr>
  <p:slideViewPr>
    <p:cSldViewPr snapToGrid="0">
      <p:cViewPr varScale="1">
        <p:scale>
          <a:sx n="76" d="100"/>
          <a:sy n="76" d="100"/>
        </p:scale>
        <p:origin x="917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14.301"/>
    </inkml:context>
    <inkml:brush xml:id="br0">
      <inkml:brushProperty name="width" value="0.10583" units="cm"/>
      <inkml:brushProperty name="height" value="0.10583" units="cm"/>
      <inkml:brushProperty name="color" value="#FF0000"/>
    </inkml:brush>
  </inkml:definitions>
  <inkml:trace contextRef="#ctx0" brushRef="#br0">0 0 24575,'9'0'0,"0"0"0,0 1 0,0 0 0,-1 0 0,11 3 0,-15-3 0,0 1 0,0 0 0,-1 0 0,1 0 0,-1 0 0,0 0 0,1 1 0,-1-1 0,0 1 0,0 0 0,-1 0 0,1 0 0,4 6 0,3 9 0,0-1 0,-1 2 0,-1-1 0,10 32 0,15 82 0,-29-118 0,13 69 0,20 78 0,-28-131 0,2 0 0,0 0 0,20 34 0,-12-29 0,11 19 0,38 55 0,-51-90 0,0 0 0,2-2 0,0 0 0,38 27 0,5 3 0,-40-27 0,0-2 0,1 0 0,1-2 0,0-1 0,1 0 0,1-2 0,30 11 0,499 118 0,-410-100 0,-29-6 0,-43-17 0,6 3 0,120 17 0,102-16 0,-240-21 0,97-1 0,-129-3 0,0 0 0,0-2 0,33-9 0,-55 11 0,1-1 0,-1 0 0,0-1 0,-1 0 0,1 0 0,9-7 0,-10 6 0,-1 1 0,1 0 0,1 0 0,-1 1 0,1 0 0,11-5 0,-2 5 0,-1 0 0,1 1 0,0 1 0,0 0 0,0 1 0,0 1 0,-1 0 0,18 5 0,17 5 0,56 21 0,-46-13 0,-22-10 0,1-2 0,-1-1 0,58 0 0,27 4 0,-25 4 0,180 47 0,-252-54 0,0-2 0,0-1 0,1-2 0,-1 0 0,28-2 0,26 1 0,-73 0 15,-1 1-1,1-1 0,-1 1 1,1 0-1,-1 1 1,0-1-1,0 1 0,8 6 1,30 11-1510,-20-14-5331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21.192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215 0 24575,'6'1'0,"0"0"0,0 0 0,0 1 0,0 0 0,0 0 0,0 0 0,-1 1 0,1 0 0,-1 0 0,0 0 0,0 1 0,0-1 0,0 1 0,0 0 0,-1 1 0,7 7 0,4 6 0,-1 1 0,0 0 0,10 22 0,11 17 0,33 64 0,-66-118 0,0 1 0,0 0 0,0 0 0,-1 0 0,0 0 0,0 0 0,0 0 0,0 0 0,-1 0 0,0 0 0,0 0 0,0 1 0,-1-1 0,0 0 0,0 0 0,0 0 0,-1 0 0,1 0 0,-1-1 0,0 1 0,0 0 0,-6 7 0,4-7 0,-1 0 0,1 0 0,-1-1 0,0 0 0,0 0 0,-1 0 0,1 0 0,-1-1 0,0 0 0,0 0 0,0-1 0,0 1 0,0-1 0,-1-1 0,1 1 0,-1-1 0,-11 1 0,-37 1 0,33-3 0,0 1 0,1 1 0,-1 1 0,1 1 0,0 1 0,-37 13 0,-27 26-1365,51-23-5461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32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9:46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1901 24575,'0'0'0,"0"0"0,0 0 0,0 1 0,0-1 0,0 0 0,0 0 0,0 0 0,0 1 0,0-1 0,0 0 0,0 0 0,0 0 0,0 0 0,0 1 0,0-1 0,1 0 0,-1 0 0,0 0 0,0 0 0,0 0 0,0 1 0,0-1 0,0 0 0,0 0 0,1 0 0,-1 0 0,0 0 0,0 0 0,0 1 0,0-1 0,1 0 0,-1 0 0,0 0 0,0 0 0,0 0 0,0 0 0,1 0 0,-1 0 0,0 0 0,0 0 0,0 0 0,0 0 0,1 0 0,-1 0 0,0 0 0,0 0 0,12-6 0,10-12 0,1-7 0,29-41 0,15-17 0,-54 70 0,0 0 0,1 0 0,0 1 0,26-15 0,-30 21 0,1 1 0,-1 0 0,1 0 0,1 2 0,-1-1 0,0 1 0,1 1 0,17-2 0,66-2 0,105-13 0,-161 12 0,119-14 0,-141 20 0,1 1 0,-1 1 0,0 0 0,0 1 0,0 1 0,0 1 0,17 6 0,19 13 0,10 5 0,-20-17 0,-1-1 0,1-2 0,0-2 0,1-2 0,54-2 0,239 11 0,-59 1 0,-44-14 0,340 16 0,-544-13 0,0 0 0,0-2 0,0-2 0,0 0 0,42-9 0,-22 2 0,0 3 0,1 2 0,86 5 0,-41 0 0,1013-2 0,-884 13 0,13 0 0,-222-13 0,0-1 0,-1-1 0,1 0 0,0-2 0,-1 1 0,1-2 0,-1 0 0,0-1 0,-1 0 0,0-2 0,0 1 0,0-2 0,-1 0 0,0 0 0,21-20 0,61-55 0,8-8 0,-89 78 0,-1-1 0,-1 0 0,0-1 0,-1-1 0,9-18 0,38-65 0,8-15 0,114-221 0,-162 305 0,-2 0 0,-1 0 0,-1-2 0,-2 0 0,10-44 0,-19 65 0,0 1 0,1 0 0,0 0 0,1 0 0,0 0 0,0 1 0,1 0 0,1 0 0,0 0 0,0 1 0,1 0 0,0 1 0,0-1 0,19-12 0,7-8 0,0-1 0,32-38 0,24-22 0,-52 54-84,-25 22-99,0 1 0,1 1 0,0 0 0,1 1 0,1 0 0,29-14 0,-20 16-6643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9:49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24575,'0'1'0,"1"-1"0,-1 1 0,0 0 0,0-1 0,0 1 0,1 0 0,-1 0 0,0-1 0,1 1 0,-1 0 0,1-1 0,-1 1 0,1-1 0,-1 1 0,1-1 0,-1 1 0,1-1 0,-1 1 0,1-1 0,0 1 0,-1-1 0,1 0 0,0 1 0,-1-1 0,1 0 0,1 1 0,22 5 0,-13-4 0,23 10 0,-1 2 0,-1 2 0,0 0 0,-1 3 0,52 39 0,-76-52 0,-1 1 0,0 1 0,0-1 0,0 1 0,-1 0 0,0 0 0,3 9 0,7 9 0,-14-25-9,12 19-185,-1 0 1,0 1-1,-2 1 0,0-1 0,-2 1 1,8 30-1,-9-13-6632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32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05:41:32.0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19:05:24.662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0 777 24575,'0'0'0,"0"0"0,0 0 0,0 0 0,0 0 0,0 0 0,0 0 0,0 0 0,0 0 0,0 0 0,0 0 0,0 0 0,0 0 0,0 0 0,0 0 0,0 0 0,0 0 0,0 0 0,14-59 0,-1 24 0,3 0 0,0 0 0,3 2 0,0 0 0,2 1 0,2 1 0,0 2 0,50-49 0,-7 19 0,2 2 0,124-78 0,-160 116 0,2 1 0,0 3 0,1 0 0,0 2 0,1 2 0,1 1 0,-1 2 0,2 2 0,-1 1 0,57 0 0,-38 5 0,1 3 0,-1 2 0,0 2 0,-1 3 0,1 2 0,73 27 0,-74-15 0,-1 1 0,56 38 0,68 32 0,-139-76 0,-1 2 0,51 38 0,42 24 0,112 41 0,-187-94 0,-36-21 0,-1 0 0,-1 2 0,1 0 0,-2 1 0,0 1 0,0 0 0,18 20 0,-34-24-1365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2T19:05:26.594"/>
    </inkml:context>
    <inkml:brush xml:id="br0">
      <inkml:brushProperty name="width" value="0.05" units="cm"/>
      <inkml:brushProperty name="height" value="0.05" units="cm"/>
      <inkml:brushProperty name="color" value="#FF0000"/>
    </inkml:brush>
  </inkml:definitions>
  <inkml:trace contextRef="#ctx0" brushRef="#br0">453 0 24575,'21'54'0,"-18"-40"0,123 311 0,-128-324 0,1 1 0,0 0 0,-1 0 0,1-1 0,-1 1 0,1-1 0,-1 0 0,0 1 0,0-1 0,0 0 0,0 0 0,0 0 0,0 0 0,0 0 0,0-1 0,0 1 0,0-1 0,0 1 0,-3-1 0,-53 16 0,57-16 0,-64 19 0,39-10 0,0-2 0,-54 8 0,-4 63 0,39-45 0,24-19 0,1 1 0,0 1 0,1 0 0,0 2 0,2 0 0,0 1 0,-17 25 0,32-36-39,2-8 16,0 0 1,0 1-1,0-1 0,0 0 0,0 0 0,0 1 0,0-1 0,0 0 0,0 0 1,0 1-1,0-1 0,0 0 0,0 0 0,0 1 0,0-1 0,0 0 1,0 0-1,-1 1 0,1-1 0,0 0 0,0 0 0,0 1 0,0-1 0,0 0 1,-1 0-1,1 0 0,0 1 0,0-1 0,0 0 0,-1 0 0,1 0 1,0 0-1,0 1 0,0-1 0,-1 0 0,1 0 0,0 0 0,0 0 0,-1 0 1,1 0-1,0 0 0,-1 0 0,1 0 0,0 0 0,0 0 0,-1 0 0,1 0 1,0 0-1,0 0 0,-1 0 0,1 0 0,0 0 0,0 0 0,-1 0 1,1 0-1,0-1 0,-1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4:49:10.634"/>
    </inkml:context>
    <inkml:brush xml:id="br0">
      <inkml:brushProperty name="width" value="0.07938" units="cm"/>
      <inkml:brushProperty name="height" value="0.07938" units="cm"/>
      <inkml:brushProperty name="color" value="#FF0000"/>
    </inkml:brush>
  </inkml:definitions>
  <inkml:trace contextRef="#ctx0" brushRef="#br0">2 1 24575,'0'25'0,"-1"76"0,2 110 0,0-204 0,0-1 0,0 1 0,1-1 0,0 0 0,0 0 0,0 0 0,1 0 0,0 0 0,0 0 0,1 0 0,-1-1 0,1 0 0,0 0 0,1 0 0,-1 0 0,10 7 0,6 3 0,0-1 0,1-1 0,28 12 0,22 15 0,-63-36 0,1 0 0,0 0 0,0-1 0,0 0 0,1 0 0,-1-1 0,10 1 0,33 8 0,-8 1 0,0-2 0,1-2 0,89 4 0,-132-11 0,42 5 0,-33-4 0,0 0 0,0-1 0,22 1 0,82-16 0,-65 7 0,63-1 0,201 8 0,-310-1 0,-1 0 0,1 0 0,-1 0 0,0-1 0,1 0 0,-1 0 0,0 0 0,0 0 0,3-3 0,5-3 0,7-2-1365,-3 2-5461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4:49:15.127"/>
    </inkml:context>
    <inkml:brush xml:id="br0">
      <inkml:brushProperty name="width" value="0.07938" units="cm"/>
      <inkml:brushProperty name="height" value="0.07938" units="cm"/>
      <inkml:brushProperty name="color" value="#FF0000"/>
    </inkml:brush>
  </inkml:definitions>
  <inkml:trace contextRef="#ctx0" brushRef="#br0">0 0 24575,'0'0'0,"0"0"0,0 0 0,0 0 0,0 0 0,13 1 0,-1 0 0,1 1 0,0 0 0,-1 1 0,0 0 0,0 1 0,0 0 0,17 9 0,10 8 0,40 31 0,25 12 0,-93-59 0,1-1 0,0 0 0,0 0 0,0-1 0,0-1 0,0 0 0,1 0 0,-1-2 0,0 1 0,17-3 0,-27 2 0,-1 0 0,1 0 0,-1 0 0,1 0 0,-1 0 0,1 0 0,-1 0 0,1 0 0,-1 0 0,1 1 0,-1-1 0,1 0 0,-1 1 0,0 0 0,1-1 0,-1 1 0,0 0 0,1-1 0,-1 1 0,0 0 0,0 0 0,0 0 0,2 2 0,-2 0 0,0 0 0,0 0 0,0 0 0,-1 0 0,1 0 0,-1 1 0,0-1 0,0 0 0,0 0 0,-1 5 0,-5 40 0,-2 0 0,-1-1 0,-30 84 0,33-114 0,1-1 0,1 1 0,-3 17 0,5-27 0,0 1 0,0 0 0,-1-1 0,0 0 0,-5 8 0,5-9 0,0 0 0,0 0 0,1 0 0,-1 0 0,2 0 0,-1 1 0,0-1 0,1 1 0,0 8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4:50:23.473"/>
    </inkml:context>
    <inkml:brush xml:id="br0">
      <inkml:brushProperty name="width" value="0.07938" units="cm"/>
      <inkml:brushProperty name="height" value="0.07938" units="cm"/>
      <inkml:brushProperty name="color" value="#FF0000"/>
    </inkml:brush>
  </inkml:definitions>
  <inkml:trace contextRef="#ctx0" brushRef="#br0">0 500 24575,'2'-1'0,"0"1"0,0-1 0,0 0 0,-1 0 0,1 0 0,0 0 0,-1 0 0,1 0 0,-1-1 0,3-1 0,4-4 0,25-16 0,257-184 0,-258 185 0,2 2 0,0 1 0,62-25 0,-64 30 0,3 0 0,1 3 0,40-9 0,43-14 0,-106 29 0,16-6 0,1 0 0,0 2 0,32-4 0,-34 11-1365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4:50:24.993"/>
    </inkml:context>
    <inkml:brush xml:id="br0">
      <inkml:brushProperty name="width" value="0.07938" units="cm"/>
      <inkml:brushProperty name="height" value="0.07938" units="cm"/>
      <inkml:brushProperty name="color" value="#FF0000"/>
    </inkml:brush>
  </inkml:definitions>
  <inkml:trace contextRef="#ctx0" brushRef="#br0">0 0 24575,'0'0'0,"0"0"0,0 0 0,0 0 0,0 0 0,0 0 0,0 0 0,0 0 0,0 0 0,0 0 0,24 21 0,-10-12 0,0 0 0,1-1 0,0-1 0,19 7 0,-22-9 0,34 11 0,-45-15 0,0 0 0,0 0 0,0 0 0,0 0 0,0 0 0,-1 0 0,1 0 0,-1 1 0,1-1 0,-1 0 0,1 0 0,-1 1 0,1-1 0,-1 0 0,0 1 0,0-1 0,0 1 0,0-1 0,0 2 0,0 29 0,0-31 0,-2 17 0,-1-1 0,-1 0 0,-1-1 0,0 1 0,-11 24 0,7-19 0,-12 45 0,21-67-28,-1 1 1,1-1-1,0 0 0,0 1 0,0-1 0,-1 0 0,1 1 0,0-1 0,0 0 1,0 1-1,0-1 0,0 1 0,0-1 0,0 0 0,0 1 0,0-1 1,0 1-1,0-1 0,0 0 0,0 1 0,0-1 0,0 0 0,0 1 1,1-1-1,-1 1 0,0-1 0,0 0 0,0 1 0,1-1 0,-1 0 1,0 0-1,0 1 0,1-1 0,-1 0 0,0 1 0,0-1 0,1 0 0,-1 0 1,0 0-1,1 1 0,-1-1 0,0 0 0,1 0 0,-1 0 0,1 0 1,-1 0-1,0 0 0,1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E14760-2987-41FC-B6E1-A6F257AE46F6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C30FE-7AC7-4656-9546-659789057A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191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77334-3470-3737-4E2C-B67757B52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0FBF3F-CAB2-A944-E972-FA1846064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A81AC6-C0FD-EE27-2A42-2B5137215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F9764-2522-B73D-8062-4FC1AE7AF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4537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898C6-A7FB-9B4E-A705-EFBF3F339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655954-9E76-1FC8-6F84-7D72C2A09B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5ECCC-2CA5-72CE-7185-1077887F5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5ACA6-5260-4732-511B-D6D39658E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52105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F4533-DA82-0491-7F2B-55FEDBE8A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4E488-E9D9-7E73-E1B9-71CB72466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04EE5-D16A-E53B-2B01-1758EBDD60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2CBD8-455F-3524-F00B-2D88C94AD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0833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0F3C-256C-0995-82E0-765FEA00B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2AF3F-26F9-85E8-4230-F5976E4D2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6AC3F2-A8E6-8425-ACB6-B62E0D161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61E02-79B9-4FD7-15F5-B6E269BC5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5730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45175-5880-46AB-FD81-96BCE9D2A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A3C5F-0065-36C5-F864-9FE9D913B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85DE3-5728-BBDB-8299-41BA12F6E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94A5E-4863-3DB2-DA5C-2CDC108C0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1811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E917F-E2DD-0342-E9DC-E5228DFE7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2E592D-09B0-57F3-B234-650F32930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EC0C0-DDBA-A0B6-70AC-C7D6D2A46B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8299CF-C7A9-62F3-2549-6BAF973052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17247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CD271-A958-F24D-6E09-B608AB3C1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3FD25-EBF9-9F7C-84EC-4E8D4146C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BF6D16-9BA1-66C8-2588-64D40ED396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94908-DEBC-34D0-7B0C-721148BA21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28752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E77A5-C1C6-0332-0651-0DA9010FF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8A47E-F592-433C-839F-2FA115A66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08564-8DBB-4FA9-4D08-0B699BA98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C551B-7E46-1DDC-C3F5-D07A8AECE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2113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AC15D-90EE-CA13-67EF-3386D5F41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E0B02F-7EAE-E880-4C43-02DD6087D1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9D4327-6B7B-E952-3FDD-6FB87056EB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B6521-9A8D-35EE-56C3-2673D58ADC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60673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83349-6DEE-771A-72D8-1D5F09169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2E0D8-AE83-3387-5581-7E634853A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2777A9-1A27-E6E1-80BF-BC2F14B7F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F6AFFE-E99C-FFB0-6031-BCE22E27E2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11327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D5CBC-1922-DE29-3882-E198448BB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096A9-3356-F2ED-526B-FF0F25BE3B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55A2D-938E-94C2-F735-4F630A1E7D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0D6C5-934D-368B-640E-BE4732360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504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8EB9D-8E78-D76D-57A9-E55747C98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F786AB-F312-5AD9-0004-549A06C59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E53E0-E7BD-4A14-83EE-FBFA82C467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8CC13-94BF-9A0E-B73E-E27DC0EA73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0025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8464F-811D-A1D6-B7D8-CBE5C413F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D2CFF3-F226-C93C-D58D-243E0952B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712811-7B0F-E92F-A3D1-D75D23266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3D02C-1D36-5D05-4C4B-195494461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43629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910FB-29B4-16CA-7738-577BA428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F504A-0D1B-3AD4-DA4D-A3DC9F7CD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58E4EB-59F2-FB7E-7B63-DA979D56E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C432-B512-9BD0-9EF2-7C8C92FC0C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85068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58FCD-3EBC-93FF-6E95-CA756D68F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4027F3-9C12-5116-A0E9-B60318B99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5102F-8A84-BD5F-F1CD-C94C51F5C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74946-FFF8-4595-4EEF-B20E66395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35644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F31EE-B64C-8A98-30B2-CBFF7877C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9F2B75-769B-953D-34D1-CF5C39C157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63CFF8-A48D-4522-D4E8-7667D6223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5A1F1-CBC8-CCA3-333C-A3643BFBFF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2CD1D2-9E42-4E1F-B86C-5AF6F74F60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440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6BDC5-84F1-25F2-F593-6E4A4A7DA0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59EE1F-6454-29CA-0B14-067414EBD1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DC79A-D777-1554-0AA8-DF008FE8D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72A933-3A57-37A6-031F-7B46F14F6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C70BA-2295-7359-263D-F633F7D6D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582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157C8-0C44-9837-8208-8CD3FE8FA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0D8DF-8202-D871-7A04-8521183D5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C8BA0-BDA9-732F-1C91-6D209B820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87171-1CD6-ACCE-049F-D9227DA50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728B8-24DD-40CD-92BF-A4BD7E477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987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A94D2-7D13-02C2-6131-9D3A6642B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1AA421-D9DE-E032-7DED-3D19987F0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F0728-EF07-7E6F-C113-A9A82B671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34D14-B4B7-ABA4-219F-72EA4C5AA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58578C-E9E5-4869-8574-913FA878B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9208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6310A-B24A-9A97-BC39-9253D14B8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8DE60-75DA-A1F4-4943-12F47CD4F6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8E996-19E1-1ED5-2B25-0C601F5AB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7372EB-24D0-92FD-EFA9-DFCD5D856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8C728D-BE2D-27DA-9DAD-37C597AFC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91C820-7316-83BF-9F73-24167360F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030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0651D-6EB9-BDDE-A12B-45790AC92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1C7F6-CE80-AFF9-0EBF-1410BB1FD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376A25-30D1-BC8F-6C4B-5557987AEB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C19201-F674-C8FC-9CAC-3AA70D8FE4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DC2F45-AECC-8666-7E96-BADC6000DB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1CD8C1-02BB-2DAD-0E0E-8AA796BB6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C21C37-DE25-4D35-4B99-9D8037B2C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9434E2-2825-BD95-9468-96ECEECF4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631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5DA2C-1511-40C9-244A-F12CF2731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8271D3-7750-8998-F10F-DB0F8CABE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9A25A-7384-814E-00D3-37589C2E8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146E66-0C2A-9CA7-93F5-2B907D3A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590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9CE336-2A92-E325-1B68-279EADA7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7B82CE-C7E9-227E-D831-9868CD66B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3678D-557B-C65C-EA59-995CFCABE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7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4B4F7-6B7A-7ED5-F73D-E14EAE1B8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B2279-C497-CE25-F10D-A4DA51F81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5AF541-F397-99A9-C53E-F66758361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86E30-BAFF-53F1-0559-A8EEB398E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73D538-1326-047C-3C20-796B5B08A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0FB249-EE5C-47A5-8FDA-96CCAF0D8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71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5ADAC-3955-2BE2-8717-F919B1B8A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AB103-181B-D96D-EF22-056252ABE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144EFC-1537-04FE-25C8-322C96B054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3AA516-BDDB-6225-04E4-B6A3A4A40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830C3C-FCDC-DA51-144D-9A16B6882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FFA7FF-9C48-8DD2-DE7C-B96A61198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47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C0308-2F3F-24BD-585E-C61288CB2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C98F12-9E0F-3E92-6348-79D515DAB4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EF97B-166B-9D18-72B9-32B353094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680055-6534-5781-4AD5-774749F9F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06730-4630-46C2-C4D1-50DC51888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946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C05A29-F365-6770-11D9-D333736982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C253FA-EE87-A347-88C2-8B8089EAE8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3F83-A161-6C6B-8566-35434820A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8384C-7055-FD31-D397-1BC28DC95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4ED2-2741-B46D-921C-EDAB18865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33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EFCF8D-8049-7DEE-2F5E-30B8C0677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999D1B-588D-8CE8-7BA3-9A14C58EE4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1E081-13C9-DC07-C35E-30B6024B85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D925FC-16E2-4760-8BBA-129557D517F1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B07867-CD4F-61B7-7D30-586CCCBDB4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065B-A6B6-89FA-A36F-73BD3CEC3E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B4FECC-3378-4A83-851D-3B59D55BD4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076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1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8.png"/><Relationship Id="rId12" Type="http://schemas.openxmlformats.org/officeDocument/2006/relationships/customXml" Target="../ink/ink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5.xml"/><Relationship Id="rId6" Type="http://schemas.openxmlformats.org/officeDocument/2006/relationships/customXml" Target="../ink/ink1.xml"/><Relationship Id="rId11" Type="http://schemas.openxmlformats.org/officeDocument/2006/relationships/image" Target="../media/image10.png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10" Type="http://schemas.openxmlformats.org/officeDocument/2006/relationships/customXml" Target="../ink/ink3.xml"/><Relationship Id="rId4" Type="http://schemas.openxmlformats.org/officeDocument/2006/relationships/image" Target="../media/image6.png"/><Relationship Id="rId9" Type="http://schemas.openxmlformats.org/officeDocument/2006/relationships/image" Target="../media/image9.png"/><Relationship Id="rId14" Type="http://schemas.openxmlformats.org/officeDocument/2006/relationships/customXml" Target="../ink/ink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customXml" Target="../ink/ink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notesSlide" Target="../notesSlides/notesSlide8.xml"/><Relationship Id="rId7" Type="http://schemas.openxmlformats.org/officeDocument/2006/relationships/customXml" Target="../ink/ink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8.xml"/><Relationship Id="rId6" Type="http://schemas.openxmlformats.org/officeDocument/2006/relationships/image" Target="../media/image17.png"/><Relationship Id="rId11" Type="http://schemas.openxmlformats.org/officeDocument/2006/relationships/image" Target="../media/image20.png"/><Relationship Id="rId5" Type="http://schemas.openxmlformats.org/officeDocument/2006/relationships/image" Target="../media/image16.png"/><Relationship Id="rId10" Type="http://schemas.openxmlformats.org/officeDocument/2006/relationships/image" Target="../media/image19.png"/><Relationship Id="rId4" Type="http://schemas.openxmlformats.org/officeDocument/2006/relationships/customXml" Target="../ink/ink7.xml"/><Relationship Id="rId9" Type="http://schemas.openxmlformats.org/officeDocument/2006/relationships/customXml" Target="../ink/ink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9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1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13" Type="http://schemas.openxmlformats.org/officeDocument/2006/relationships/image" Target="../media/image29.png"/><Relationship Id="rId3" Type="http://schemas.openxmlformats.org/officeDocument/2006/relationships/notesSlide" Target="../notesSlides/notesSlide12.xml"/><Relationship Id="rId7" Type="http://schemas.openxmlformats.org/officeDocument/2006/relationships/image" Target="../media/image26.png"/><Relationship Id="rId12" Type="http://schemas.openxmlformats.org/officeDocument/2006/relationships/customXml" Target="../ink/ink1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2.xml"/><Relationship Id="rId6" Type="http://schemas.openxmlformats.org/officeDocument/2006/relationships/customXml" Target="../ink/ink10.xml"/><Relationship Id="rId11" Type="http://schemas.openxmlformats.org/officeDocument/2006/relationships/image" Target="../media/image28.png"/><Relationship Id="rId5" Type="http://schemas.openxmlformats.org/officeDocument/2006/relationships/image" Target="../media/image25.png"/><Relationship Id="rId10" Type="http://schemas.openxmlformats.org/officeDocument/2006/relationships/customXml" Target="../ink/ink12.xml"/><Relationship Id="rId4" Type="http://schemas.openxmlformats.org/officeDocument/2006/relationships/image" Target="../media/image24.png"/><Relationship Id="rId9" Type="http://schemas.openxmlformats.org/officeDocument/2006/relationships/image" Target="../media/image27.png"/><Relationship Id="rId1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6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B79750-45C1-455C-65CA-2308A2EFA9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A273C3-8B7C-39C1-3689-CE8B4D26A613}"/>
              </a:ext>
            </a:extLst>
          </p:cNvPr>
          <p:cNvSpPr txBox="1"/>
          <p:nvPr/>
        </p:nvSpPr>
        <p:spPr>
          <a:xfrm>
            <a:off x="3814915" y="176981"/>
            <a:ext cx="814111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</a:t>
            </a:r>
            <a:br>
              <a:rPr lang="en-US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6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Streams &amp; </a:t>
            </a:r>
            <a:r>
              <a:rPr lang="en-US" sz="6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endParaRPr lang="en-US" sz="6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0355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02924F-18CF-E6D5-8C57-7A05B4789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0E9B4-46FB-4E16-3FED-BF0B7CAC4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45" y="35221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Are Files?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B5A73F-C5C1-2B55-874A-13ADAD28D056}"/>
              </a:ext>
            </a:extLst>
          </p:cNvPr>
          <p:cNvSpPr/>
          <p:nvPr/>
        </p:nvSpPr>
        <p:spPr>
          <a:xfrm>
            <a:off x="110125" y="2088368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668ACB-48F0-AD4B-6AE1-B4EFFC7F7406}"/>
              </a:ext>
            </a:extLst>
          </p:cNvPr>
          <p:cNvSpPr/>
          <p:nvPr/>
        </p:nvSpPr>
        <p:spPr>
          <a:xfrm>
            <a:off x="186324" y="2088368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Each file ends either with an end-of-file marker or at a specific byte number recorded in a system-maintained, administrative data structure.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F74386-DC6E-1474-0BC4-D554AF2D79E9}"/>
              </a:ext>
            </a:extLst>
          </p:cNvPr>
          <p:cNvSpPr/>
          <p:nvPr/>
        </p:nvSpPr>
        <p:spPr>
          <a:xfrm>
            <a:off x="110125" y="6044851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2F350E-7728-6E9C-876A-2961761C64DD}"/>
              </a:ext>
            </a:extLst>
          </p:cNvPr>
          <p:cNvSpPr/>
          <p:nvPr/>
        </p:nvSpPr>
        <p:spPr>
          <a:xfrm>
            <a:off x="186324" y="6044851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When a file is opened, a stream is associated with it, which in turn provides communication channels between files and programs.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F4631A-A468-36F2-4CFD-6F9359A44C07}"/>
              </a:ext>
            </a:extLst>
          </p:cNvPr>
          <p:cNvSpPr/>
          <p:nvPr/>
        </p:nvSpPr>
        <p:spPr>
          <a:xfrm>
            <a:off x="110125" y="1163151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7AEE5A-9851-7B85-CFE5-06CD0EC8DC13}"/>
              </a:ext>
            </a:extLst>
          </p:cNvPr>
          <p:cNvSpPr/>
          <p:nvPr/>
        </p:nvSpPr>
        <p:spPr>
          <a:xfrm>
            <a:off x="186324" y="1163151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Programming languages, view file simply as a sequential stream of bytes (Array of bytes).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57C130-1CD6-26F8-8BAF-D376315F25A5}"/>
              </a:ext>
            </a:extLst>
          </p:cNvPr>
          <p:cNvSpPr/>
          <p:nvPr/>
        </p:nvSpPr>
        <p:spPr>
          <a:xfrm>
            <a:off x="110125" y="4307254"/>
            <a:ext cx="111760" cy="1611223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D105C7-C2DF-5BB6-D167-C9D223F72586}"/>
              </a:ext>
            </a:extLst>
          </p:cNvPr>
          <p:cNvSpPr/>
          <p:nvPr/>
        </p:nvSpPr>
        <p:spPr>
          <a:xfrm>
            <a:off x="186324" y="4307254"/>
            <a:ext cx="11895551" cy="1611223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Three streams are automatically opened when program execution begins: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standard input (which receives input from the keyboard),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standard output (which displays output on the screen) and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standard error (which displays error messages on the screen)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D61FF6-B524-D0FE-2CB4-B342F9C4B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885" y="3013585"/>
            <a:ext cx="11165734" cy="11673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ED3B431-8BC3-CFA6-0551-5F7F4F6C39CA}"/>
              </a:ext>
            </a:extLst>
          </p:cNvPr>
          <p:cNvSpPr/>
          <p:nvPr/>
        </p:nvSpPr>
        <p:spPr>
          <a:xfrm>
            <a:off x="9670421" y="3055373"/>
            <a:ext cx="1717198" cy="3318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File/Stream</a:t>
            </a: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624B15A3-F3AC-3F91-AFAB-0EC5CF2B625C}"/>
              </a:ext>
            </a:extLst>
          </p:cNvPr>
          <p:cNvCxnSpPr>
            <a:cxnSpLocks/>
          </p:cNvCxnSpPr>
          <p:nvPr/>
        </p:nvCxnSpPr>
        <p:spPr>
          <a:xfrm flipV="1">
            <a:off x="9859265" y="3429000"/>
            <a:ext cx="400102" cy="170346"/>
          </a:xfrm>
          <a:prstGeom prst="curvedConnector3">
            <a:avLst>
              <a:gd name="adj1" fmla="val 10274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332734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EA83AF-9090-9295-7706-82C8F9AC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8CC10-CE48-006D-602F-1F63E7FEA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(Open files and read line by line):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E5C807-0B49-86E2-066D-13F586B1F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316" y="1055077"/>
            <a:ext cx="10382597" cy="571248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96234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82350-E3AA-06D5-3852-8DE3790E9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E3E0-01E3-0ED2-4C79-FBB7BA9EB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(Open files and read line by line):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FEFC97-80D7-94A0-FE6B-2D78667A58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893" y="1325563"/>
            <a:ext cx="8772211" cy="529630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03790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89E11D-FD71-C6D7-EF34-A385A704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02215-4A2F-3DBF-8CC3-394E9D4DE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(read the whole content one time):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298BC1-A218-CA6E-EF58-9D8C0EBADB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077" y="1325563"/>
            <a:ext cx="10038303" cy="528111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88923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B1514A-E7D4-7046-48F6-74DED28A8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21FF3-5B03-F9EF-E45E-B1F6CA53E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(Writing in file):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2CB56A-0A2C-2D32-269D-F53B9A6BD3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35" y="1064306"/>
            <a:ext cx="7679590" cy="57936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1E0D63-BA7A-269C-9607-D8990EDFA0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6293" y="1104498"/>
            <a:ext cx="7077871" cy="178942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9F43F66-6BBB-5281-8961-50FD3631CA39}"/>
              </a:ext>
            </a:extLst>
          </p:cNvPr>
          <p:cNvGrpSpPr/>
          <p:nvPr/>
        </p:nvGrpSpPr>
        <p:grpSpPr>
          <a:xfrm>
            <a:off x="6380925" y="3657651"/>
            <a:ext cx="1608480" cy="692280"/>
            <a:chOff x="6380925" y="3657651"/>
            <a:chExt cx="1608480" cy="69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DD8E86A-6B85-4B18-0C87-B66E471DB348}"/>
                    </a:ext>
                  </a:extLst>
                </p14:cNvPr>
                <p14:cNvContentPartPr/>
                <p14:nvPr/>
              </p14:nvContentPartPr>
              <p14:xfrm>
                <a:off x="6380925" y="3657651"/>
                <a:ext cx="1541880" cy="612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DD8E86A-6B85-4B18-0C87-B66E471DB34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361849" y="3638571"/>
                  <a:ext cx="1579671" cy="65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034770E-B1F8-482B-0B8E-2257B954D4F9}"/>
                    </a:ext>
                  </a:extLst>
                </p14:cNvPr>
                <p14:cNvContentPartPr/>
                <p14:nvPr/>
              </p14:nvContentPartPr>
              <p14:xfrm>
                <a:off x="7810845" y="4129971"/>
                <a:ext cx="178560" cy="219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034770E-B1F8-482B-0B8E-2257B954D4F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01845" y="4120986"/>
                  <a:ext cx="196200" cy="23757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DE4607C-83E1-CF57-0579-6454201688DD}"/>
                  </a:ext>
                </a:extLst>
              </p14:cNvPr>
              <p14:cNvContentPartPr/>
              <p14:nvPr/>
            </p14:nvContentPartPr>
            <p14:xfrm>
              <a:off x="9475485" y="5978571"/>
              <a:ext cx="360" cy="21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DE4607C-83E1-CF57-0579-6454201688D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466845" y="5969571"/>
                <a:ext cx="18000" cy="198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71690352-996E-1D2D-E381-719370D76A13}"/>
              </a:ext>
            </a:extLst>
          </p:cNvPr>
          <p:cNvSpPr/>
          <p:nvPr/>
        </p:nvSpPr>
        <p:spPr>
          <a:xfrm>
            <a:off x="8078875" y="3657651"/>
            <a:ext cx="4014929" cy="21962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reading the file, permissions are ignored, allowing us to use a value of 0. When writing, we use the standard Unix file permissions of 0666 (even on Windows).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1914EEF-4958-0F33-D731-23104A6FE9D8}"/>
                  </a:ext>
                </a:extLst>
              </p14:cNvPr>
              <p14:cNvContentPartPr/>
              <p14:nvPr/>
            </p14:nvContentPartPr>
            <p14:xfrm>
              <a:off x="1678245" y="5827011"/>
              <a:ext cx="2350800" cy="6861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1914EEF-4958-0F33-D731-23104A6FE9D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69245" y="5818371"/>
                <a:ext cx="2368440" cy="70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09E6E82-319B-30E1-5BDC-6CE0A263A1F2}"/>
                  </a:ext>
                </a:extLst>
              </p14:cNvPr>
              <p14:cNvContentPartPr/>
              <p14:nvPr/>
            </p14:nvContentPartPr>
            <p14:xfrm>
              <a:off x="3918885" y="5767611"/>
              <a:ext cx="160920" cy="1699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09E6E82-319B-30E1-5BDC-6CE0A263A1F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909885" y="5758971"/>
                <a:ext cx="178560" cy="18756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9CBF4BCE-456E-70A6-079D-ECCA94B29E8D}"/>
              </a:ext>
            </a:extLst>
          </p:cNvPr>
          <p:cNvSpPr txBox="1"/>
          <p:nvPr/>
        </p:nvSpPr>
        <p:spPr>
          <a:xfrm>
            <a:off x="3587289" y="5367501"/>
            <a:ext cx="235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 Forget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54225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C44728-37BF-0B62-821E-43A8F80ED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8A468-0EE1-9B9C-B2D5-960E7220F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(Writing in file):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2B78E7C-69FB-09EC-CF12-3C15598E8A32}"/>
                  </a:ext>
                </a:extLst>
              </p14:cNvPr>
              <p14:cNvContentPartPr/>
              <p14:nvPr/>
            </p14:nvContentPartPr>
            <p14:xfrm>
              <a:off x="9475485" y="5978571"/>
              <a:ext cx="360" cy="21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2B78E7C-69FB-09EC-CF12-3C15598E8A3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66485" y="5969571"/>
                <a:ext cx="18000" cy="1980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70F4E2E-8DDD-623A-BC4E-A304BF43CF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5739" y="1170181"/>
            <a:ext cx="8420519" cy="531100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5639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094CF5-5BEE-3EC5-D9CD-164CEB71D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4F24-684C-58EB-1637-5252AF2B0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45" y="3522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Marshaling &amp; JSON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2BD4E3-2D56-D15C-A064-67DC46107AA8}"/>
              </a:ext>
            </a:extLst>
          </p:cNvPr>
          <p:cNvSpPr/>
          <p:nvPr/>
        </p:nvSpPr>
        <p:spPr>
          <a:xfrm>
            <a:off x="110125" y="2088368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371CC-011B-A048-4584-5ACCB1C01F04}"/>
              </a:ext>
            </a:extLst>
          </p:cNvPr>
          <p:cNvSpPr/>
          <p:nvPr/>
        </p:nvSpPr>
        <p:spPr>
          <a:xfrm>
            <a:off x="186324" y="2088368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Structs can contain binary data; if this were printed as text, it would not be readable for a human. Moreover, the data does not contain the name of the struct field, so we don’t know what the data means.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CF7D58-49C1-3AA1-8B83-30C3ABE43DD2}"/>
              </a:ext>
            </a:extLst>
          </p:cNvPr>
          <p:cNvSpPr/>
          <p:nvPr/>
        </p:nvSpPr>
        <p:spPr>
          <a:xfrm>
            <a:off x="110125" y="3013585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9ECB3B-6215-BED0-AF46-538A15507995}"/>
              </a:ext>
            </a:extLst>
          </p:cNvPr>
          <p:cNvSpPr/>
          <p:nvPr/>
        </p:nvSpPr>
        <p:spPr>
          <a:xfrm>
            <a:off x="186324" y="3013585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To remedy this, several formats have been devised, which transform the data into plain text, but annotated by their field names, so humans can read and understand the data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B825E0-59B6-EC5A-C980-3AFC5701DEF4}"/>
              </a:ext>
            </a:extLst>
          </p:cNvPr>
          <p:cNvSpPr/>
          <p:nvPr/>
        </p:nvSpPr>
        <p:spPr>
          <a:xfrm>
            <a:off x="110125" y="1163151"/>
            <a:ext cx="111760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63822E-C8FA-C393-D8FE-06EDABBBD95C}"/>
              </a:ext>
            </a:extLst>
          </p:cNvPr>
          <p:cNvSpPr/>
          <p:nvPr/>
        </p:nvSpPr>
        <p:spPr>
          <a:xfrm>
            <a:off x="186324" y="1163151"/>
            <a:ext cx="11895551" cy="76789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To transmit a data structure across a network or to store it in a file, it must be encoded and then decoded again; many encodings exist: JSON, XML, gob, Google’s protocol buffers, and others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93BB5AE-8AB2-ACFF-D849-978FE3E400EB}"/>
              </a:ext>
            </a:extLst>
          </p:cNvPr>
          <p:cNvSpPr/>
          <p:nvPr/>
        </p:nvSpPr>
        <p:spPr>
          <a:xfrm>
            <a:off x="110125" y="3938801"/>
            <a:ext cx="111760" cy="944697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580AF1-A471-1E3A-472A-178F3BFFC0A3}"/>
              </a:ext>
            </a:extLst>
          </p:cNvPr>
          <p:cNvSpPr/>
          <p:nvPr/>
        </p:nvSpPr>
        <p:spPr>
          <a:xfrm>
            <a:off x="186324" y="3938801"/>
            <a:ext cx="11895551" cy="944697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Data in these formats can be transmitted over a network: in this way, the data are platform independent and can be used as input/output in all kinds of applications, no matter what the programming language or the operating system is.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4268D82-4986-37F2-0D15-625CFE361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25" y="4961220"/>
            <a:ext cx="7074446" cy="181718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9ECEA7AB-506E-5A5F-1D14-0C7D8D79239E}"/>
              </a:ext>
            </a:extLst>
          </p:cNvPr>
          <p:cNvSpPr/>
          <p:nvPr/>
        </p:nvSpPr>
        <p:spPr>
          <a:xfrm>
            <a:off x="7546313" y="5367844"/>
            <a:ext cx="4491613" cy="12285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Marshaling is used to convert in-memory data to a special format (data -&gt; string), and vice versa for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unmarshaling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(string -&gt; data structure).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2E3587-3B59-685C-FEED-7B69AA33D735}"/>
              </a:ext>
            </a:extLst>
          </p:cNvPr>
          <p:cNvSpPr txBox="1"/>
          <p:nvPr/>
        </p:nvSpPr>
        <p:spPr>
          <a:xfrm>
            <a:off x="934498" y="5455236"/>
            <a:ext cx="66118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Encoding does the same thing, but the output is a stream of data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D3F4A2-9DC3-0803-02A4-A33D5807A69B}"/>
              </a:ext>
            </a:extLst>
          </p:cNvPr>
          <p:cNvSpPr txBox="1"/>
          <p:nvPr/>
        </p:nvSpPr>
        <p:spPr>
          <a:xfrm>
            <a:off x="221885" y="6439846"/>
            <a:ext cx="97159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Decoding starts from a stream of data and populates a data structure.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3751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35E810-8E4B-A87B-B406-69F16FC8D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A1050-AF59-D804-CAC3-CD911829C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(JSON):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22DE50D0-52C5-CC02-535C-B3DB6CB78A4E}"/>
                  </a:ext>
                </a:extLst>
              </p14:cNvPr>
              <p14:cNvContentPartPr/>
              <p14:nvPr/>
            </p14:nvContentPartPr>
            <p14:xfrm>
              <a:off x="9475485" y="5978571"/>
              <a:ext cx="360" cy="21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22DE50D0-52C5-CC02-535C-B3DB6CB78A4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66485" y="5969571"/>
                <a:ext cx="18000" cy="19800"/>
              </a:xfrm>
              <a:prstGeom prst="rect">
                <a:avLst/>
              </a:prstGeom>
            </p:spPr>
          </p:pic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36CB14C-85BF-D854-E0CD-20262A315197}"/>
              </a:ext>
            </a:extLst>
          </p:cNvPr>
          <p:cNvCxnSpPr>
            <a:stCxn id="2" idx="2"/>
          </p:cNvCxnSpPr>
          <p:nvPr/>
        </p:nvCxnSpPr>
        <p:spPr>
          <a:xfrm>
            <a:off x="6096000" y="1325563"/>
            <a:ext cx="0" cy="539678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807B7A5-8327-2762-4A3D-365FF890A579}"/>
              </a:ext>
            </a:extLst>
          </p:cNvPr>
          <p:cNvSpPr/>
          <p:nvPr/>
        </p:nvSpPr>
        <p:spPr>
          <a:xfrm>
            <a:off x="1868994" y="1325563"/>
            <a:ext cx="2100105" cy="5973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Parsing JSON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DD50E1-BA56-3F18-98E4-A4267C180D8B}"/>
              </a:ext>
            </a:extLst>
          </p:cNvPr>
          <p:cNvSpPr/>
          <p:nvPr/>
        </p:nvSpPr>
        <p:spPr>
          <a:xfrm>
            <a:off x="8045030" y="1325563"/>
            <a:ext cx="2100105" cy="5973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Creating JSON</a:t>
            </a:r>
          </a:p>
        </p:txBody>
      </p:sp>
      <p:sp>
        <p:nvSpPr>
          <p:cNvPr id="8" name="Cloud 7">
            <a:extLst>
              <a:ext uri="{FF2B5EF4-FFF2-40B4-BE49-F238E27FC236}">
                <a16:creationId xmlns:a16="http://schemas.microsoft.com/office/drawing/2014/main" id="{6096C827-8757-0B92-0D67-C7BD9CDAA94A}"/>
              </a:ext>
            </a:extLst>
          </p:cNvPr>
          <p:cNvSpPr/>
          <p:nvPr/>
        </p:nvSpPr>
        <p:spPr>
          <a:xfrm>
            <a:off x="97834" y="2411604"/>
            <a:ext cx="2414252" cy="101739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Create structs to store JSON data</a:t>
            </a:r>
          </a:p>
        </p:txBody>
      </p:sp>
      <p:sp>
        <p:nvSpPr>
          <p:cNvPr id="9" name="Cloud 8">
            <a:extLst>
              <a:ext uri="{FF2B5EF4-FFF2-40B4-BE49-F238E27FC236}">
                <a16:creationId xmlns:a16="http://schemas.microsoft.com/office/drawing/2014/main" id="{ACBAFA94-62FB-9CF0-A50D-FB7C98B10BA6}"/>
              </a:ext>
            </a:extLst>
          </p:cNvPr>
          <p:cNvSpPr/>
          <p:nvPr/>
        </p:nvSpPr>
        <p:spPr>
          <a:xfrm>
            <a:off x="3621457" y="2411604"/>
            <a:ext cx="2414252" cy="101739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Unmarshal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 JSON into structs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9322FB6-874B-25BF-3FD3-B7569529EDEF}"/>
              </a:ext>
            </a:extLst>
          </p:cNvPr>
          <p:cNvCxnSpPr>
            <a:cxnSpLocks/>
          </p:cNvCxnSpPr>
          <p:nvPr/>
        </p:nvCxnSpPr>
        <p:spPr>
          <a:xfrm>
            <a:off x="2594513" y="2920302"/>
            <a:ext cx="96665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loud 14">
            <a:extLst>
              <a:ext uri="{FF2B5EF4-FFF2-40B4-BE49-F238E27FC236}">
                <a16:creationId xmlns:a16="http://schemas.microsoft.com/office/drawing/2014/main" id="{23CE8FBF-8216-7F4D-47D7-37B6AC68EDCF}"/>
              </a:ext>
            </a:extLst>
          </p:cNvPr>
          <p:cNvSpPr/>
          <p:nvPr/>
        </p:nvSpPr>
        <p:spPr>
          <a:xfrm>
            <a:off x="6156292" y="2424657"/>
            <a:ext cx="2414252" cy="101739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Create structs and populate with data</a:t>
            </a:r>
          </a:p>
        </p:txBody>
      </p:sp>
      <p:sp>
        <p:nvSpPr>
          <p:cNvPr id="16" name="Cloud 15">
            <a:extLst>
              <a:ext uri="{FF2B5EF4-FFF2-40B4-BE49-F238E27FC236}">
                <a16:creationId xmlns:a16="http://schemas.microsoft.com/office/drawing/2014/main" id="{6934C061-3A39-1D64-D16C-82C5C42E1E47}"/>
              </a:ext>
            </a:extLst>
          </p:cNvPr>
          <p:cNvSpPr/>
          <p:nvPr/>
        </p:nvSpPr>
        <p:spPr>
          <a:xfrm>
            <a:off x="9679915" y="2424657"/>
            <a:ext cx="2414252" cy="101739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Marshal structs into JSON data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D39D99-FC03-E4E4-CEDD-8B13025705E1}"/>
              </a:ext>
            </a:extLst>
          </p:cNvPr>
          <p:cNvCxnSpPr>
            <a:cxnSpLocks/>
          </p:cNvCxnSpPr>
          <p:nvPr/>
        </p:nvCxnSpPr>
        <p:spPr>
          <a:xfrm>
            <a:off x="8652971" y="2933355"/>
            <a:ext cx="96665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F377F686-DE26-1BD7-98FF-84DD0A9E2B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543" y="3718720"/>
            <a:ext cx="5891166" cy="3003626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6E318A78-5EC6-AB6F-CF51-26E4C4B25D2D}"/>
              </a:ext>
            </a:extLst>
          </p:cNvPr>
          <p:cNvGrpSpPr/>
          <p:nvPr/>
        </p:nvGrpSpPr>
        <p:grpSpPr>
          <a:xfrm>
            <a:off x="2220106" y="3641006"/>
            <a:ext cx="992820" cy="393260"/>
            <a:chOff x="2146620" y="3779840"/>
            <a:chExt cx="55440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208BD70-52AA-39E2-08F0-13589D3A15B4}"/>
                    </a:ext>
                  </a:extLst>
                </p14:cNvPr>
                <p14:cNvContentPartPr/>
                <p14:nvPr/>
              </p14:nvContentPartPr>
              <p14:xfrm>
                <a:off x="2146620" y="3779840"/>
                <a:ext cx="529560" cy="156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208BD70-52AA-39E2-08F0-13589D3A15B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41592" y="3775014"/>
                  <a:ext cx="539415" cy="1660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39DC5A4-A118-38C3-B380-3FC0C2F9A238}"/>
                    </a:ext>
                  </a:extLst>
                </p14:cNvPr>
                <p14:cNvContentPartPr/>
                <p14:nvPr/>
              </p14:nvContentPartPr>
              <p14:xfrm>
                <a:off x="2579700" y="3844640"/>
                <a:ext cx="121320" cy="1548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39DC5A4-A118-38C3-B380-3FC0C2F9A23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74678" y="3839607"/>
                  <a:ext cx="131162" cy="164664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92F70CC-A166-C2A6-B498-129AF82CD0F1}"/>
              </a:ext>
            </a:extLst>
          </p:cNvPr>
          <p:cNvSpPr txBox="1"/>
          <p:nvPr/>
        </p:nvSpPr>
        <p:spPr>
          <a:xfrm>
            <a:off x="3057252" y="3930726"/>
            <a:ext cx="32420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populated object from a struct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26B31D-627B-6886-75E2-148EA3EE5E4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56291" y="3718720"/>
            <a:ext cx="5937873" cy="300362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31812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01EC4-CDAF-1FCC-790B-02442409D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1D462-3CBD-5396-5612-6382A50F8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(Marshal JSON):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B8A5E6-03E2-7A10-089C-9629BA7153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868" y="1065243"/>
            <a:ext cx="8954261" cy="569115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25449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AA768-842E-3BE8-3FA0-7D4B1020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707D6-8861-0F3F-DC85-1E83146F1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Go Files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UnMarshal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JSON):</a:t>
            </a:r>
            <a:endParaRPr lang="en-US" sz="4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A01F18-D5B6-6BDC-5D8A-8961F72CA0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5691" y="964641"/>
            <a:ext cx="8440615" cy="579287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2498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A1A88-211C-201F-D648-59FB7FC02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1ED32-55D4-3165-88B0-808D3F179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4" y="0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&amp; </a:t>
            </a:r>
            <a:r>
              <a:rPr lang="en-US" sz="4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(Configuration):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7C486C-1D45-545F-4295-ABF2BCDFD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4167" y="989152"/>
            <a:ext cx="9176796" cy="571549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A3092D1-4FC1-56EB-C31C-212F1E26A865}"/>
              </a:ext>
            </a:extLst>
          </p:cNvPr>
          <p:cNvCxnSpPr/>
          <p:nvPr/>
        </p:nvCxnSpPr>
        <p:spPr>
          <a:xfrm>
            <a:off x="4009292" y="2391508"/>
            <a:ext cx="114551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ight Brace 5">
            <a:extLst>
              <a:ext uri="{FF2B5EF4-FFF2-40B4-BE49-F238E27FC236}">
                <a16:creationId xmlns:a16="http://schemas.microsoft.com/office/drawing/2014/main" id="{2A4E867C-B88F-CD60-6A6C-D36EF4CAD1B7}"/>
              </a:ext>
            </a:extLst>
          </p:cNvPr>
          <p:cNvSpPr/>
          <p:nvPr/>
        </p:nvSpPr>
        <p:spPr>
          <a:xfrm>
            <a:off x="6229977" y="3457453"/>
            <a:ext cx="1330081" cy="1205802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E073CE-9156-8324-486D-D3A413F6F817}"/>
              </a:ext>
            </a:extLst>
          </p:cNvPr>
          <p:cNvSpPr txBox="1"/>
          <p:nvPr/>
        </p:nvSpPr>
        <p:spPr>
          <a:xfrm>
            <a:off x="5154804" y="2206842"/>
            <a:ext cx="4712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Database handle that will be used in every SQL statement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B1BA29-2A4C-264C-F638-01F37D21AE9E}"/>
              </a:ext>
            </a:extLst>
          </p:cNvPr>
          <p:cNvSpPr txBox="1"/>
          <p:nvPr/>
        </p:nvSpPr>
        <p:spPr>
          <a:xfrm>
            <a:off x="7560058" y="3737188"/>
            <a:ext cx="1915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Connection string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93596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E76238-FAF7-141C-EDB7-77420F544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E7112-E15C-C76D-CFF5-3C39558B7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&amp; </a:t>
            </a:r>
            <a:r>
              <a:rPr lang="en-US" sz="4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(SELECT Statement):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4CCF71-1646-0AA4-A8F6-41815D154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38094"/>
            <a:ext cx="5114679" cy="113138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2A2B557-6446-A906-8750-D4E35B38B88C}"/>
              </a:ext>
            </a:extLst>
          </p:cNvPr>
          <p:cNvSpPr/>
          <p:nvPr/>
        </p:nvSpPr>
        <p:spPr>
          <a:xfrm>
            <a:off x="5212511" y="1026731"/>
            <a:ext cx="6397768" cy="5309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First, you have to create a struct that has elements corresponding to the table fields you want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3C14EA5-44D8-4EB3-29F2-828814EDD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40" y="2069957"/>
            <a:ext cx="8410472" cy="4701947"/>
          </a:xfrm>
          <a:prstGeom prst="rect">
            <a:avLst/>
          </a:prstGeom>
        </p:spPr>
      </p:pic>
      <p:sp>
        <p:nvSpPr>
          <p:cNvPr id="13" name="Cloud 12">
            <a:extLst>
              <a:ext uri="{FF2B5EF4-FFF2-40B4-BE49-F238E27FC236}">
                <a16:creationId xmlns:a16="http://schemas.microsoft.com/office/drawing/2014/main" id="{DE0D4603-6B25-A07C-3542-399D75BD7D2E}"/>
              </a:ext>
            </a:extLst>
          </p:cNvPr>
          <p:cNvSpPr/>
          <p:nvPr/>
        </p:nvSpPr>
        <p:spPr>
          <a:xfrm>
            <a:off x="8703655" y="1969476"/>
            <a:ext cx="2906624" cy="132556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Query multiple data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C1CF46-C9D3-6D6B-59E7-0B98C59CECC1}"/>
              </a:ext>
            </a:extLst>
          </p:cNvPr>
          <p:cNvGrpSpPr/>
          <p:nvPr/>
        </p:nvGrpSpPr>
        <p:grpSpPr>
          <a:xfrm>
            <a:off x="2585805" y="3538946"/>
            <a:ext cx="626400" cy="362520"/>
            <a:chOff x="2585805" y="3538946"/>
            <a:chExt cx="626400" cy="36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E3BACD9-4373-5C89-2621-F6EC8BA6475C}"/>
                    </a:ext>
                  </a:extLst>
                </p14:cNvPr>
                <p14:cNvContentPartPr/>
                <p14:nvPr/>
              </p14:nvContentPartPr>
              <p14:xfrm>
                <a:off x="2585805" y="3538946"/>
                <a:ext cx="513720" cy="231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E3BACD9-4373-5C89-2621-F6EC8BA6475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71395" y="3524546"/>
                  <a:ext cx="5418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9A01C51-C388-6757-4452-DE8B9C608E6E}"/>
                    </a:ext>
                  </a:extLst>
                </p14:cNvPr>
                <p14:cNvContentPartPr/>
                <p14:nvPr/>
              </p14:nvContentPartPr>
              <p14:xfrm>
                <a:off x="3017805" y="3639746"/>
                <a:ext cx="194400" cy="26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9A01C51-C388-6757-4452-DE8B9C608E6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03405" y="3625366"/>
                  <a:ext cx="222480" cy="289761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143405FC-3F72-EA21-F5D2-EFDB2193AFB7}"/>
              </a:ext>
            </a:extLst>
          </p:cNvPr>
          <p:cNvSpPr txBox="1"/>
          <p:nvPr/>
        </p:nvSpPr>
        <p:spPr>
          <a:xfrm>
            <a:off x="3278751" y="3538946"/>
            <a:ext cx="471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Works like throwing exceptions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21432F1-4294-02DB-E3F7-C22D52084F61}"/>
              </a:ext>
            </a:extLst>
          </p:cNvPr>
          <p:cNvGrpSpPr/>
          <p:nvPr/>
        </p:nvGrpSpPr>
        <p:grpSpPr>
          <a:xfrm>
            <a:off x="2563739" y="4484340"/>
            <a:ext cx="407340" cy="248220"/>
            <a:chOff x="2539720" y="4464020"/>
            <a:chExt cx="407340" cy="2482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FD7CEB2-45CE-333C-B047-8D1B2656B51B}"/>
                    </a:ext>
                  </a:extLst>
                </p14:cNvPr>
                <p14:cNvContentPartPr/>
                <p14:nvPr/>
              </p14:nvContentPartPr>
              <p14:xfrm>
                <a:off x="2539720" y="4532240"/>
                <a:ext cx="374040" cy="180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FD7CEB2-45CE-333C-B047-8D1B2656B51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25320" y="4517840"/>
                  <a:ext cx="4021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B96B0FB-30A0-EFEF-A5D5-BBC03542BD72}"/>
                    </a:ext>
                  </a:extLst>
                </p14:cNvPr>
                <p14:cNvContentPartPr/>
                <p14:nvPr/>
              </p14:nvContentPartPr>
              <p14:xfrm>
                <a:off x="2880460" y="4464020"/>
                <a:ext cx="66600" cy="136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B96B0FB-30A0-EFEF-A5D5-BBC03542BD7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866060" y="4449620"/>
                  <a:ext cx="94680" cy="164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555C8EE-B38D-8FDE-A3E7-D15CCABAA2CD}"/>
              </a:ext>
            </a:extLst>
          </p:cNvPr>
          <p:cNvSpPr txBox="1"/>
          <p:nvPr/>
        </p:nvSpPr>
        <p:spPr>
          <a:xfrm>
            <a:off x="2995931" y="4398671"/>
            <a:ext cx="61140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sure of the order of the fields and don’t forget the &amp;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9DB390-4D72-8F76-14A2-16171EE8427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53672" y="5100321"/>
            <a:ext cx="5113207" cy="16715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E2500B8-CF83-1B66-FBF5-FDFD7626CBD7}"/>
              </a:ext>
            </a:extLst>
          </p:cNvPr>
          <p:cNvSpPr/>
          <p:nvPr/>
        </p:nvSpPr>
        <p:spPr>
          <a:xfrm>
            <a:off x="9766774" y="4502953"/>
            <a:ext cx="2100105" cy="5973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Calling in main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92647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4EFF5F-0DF7-BFA9-E2EE-0482494C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CDC29-EDE6-732E-0ACF-AD57A3E04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&amp; </a:t>
            </a:r>
            <a:r>
              <a:rPr lang="en-US" sz="4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(SELECT Statement):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4E8DC2-D94D-4B1E-1ECE-6B867064C8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38094"/>
            <a:ext cx="5114679" cy="113138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DB16E16-7D1B-719C-EE46-4F7B0CF7A800}"/>
              </a:ext>
            </a:extLst>
          </p:cNvPr>
          <p:cNvSpPr/>
          <p:nvPr/>
        </p:nvSpPr>
        <p:spPr>
          <a:xfrm>
            <a:off x="5212511" y="1026731"/>
            <a:ext cx="6397768" cy="5309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First, you have to create a struct that has elements corresponding to the table fields you want</a:t>
            </a:r>
          </a:p>
        </p:txBody>
      </p:sp>
      <p:sp>
        <p:nvSpPr>
          <p:cNvPr id="13" name="Cloud 12">
            <a:extLst>
              <a:ext uri="{FF2B5EF4-FFF2-40B4-BE49-F238E27FC236}">
                <a16:creationId xmlns:a16="http://schemas.microsoft.com/office/drawing/2014/main" id="{5047C479-430A-DC5F-1BDA-4B8CB71FEACB}"/>
              </a:ext>
            </a:extLst>
          </p:cNvPr>
          <p:cNvSpPr/>
          <p:nvPr/>
        </p:nvSpPr>
        <p:spPr>
          <a:xfrm>
            <a:off x="8703655" y="1969476"/>
            <a:ext cx="2906624" cy="1325563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Query One Row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1DCEA0F-2FB4-5A59-ECB0-B0415E1746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32" y="2352294"/>
            <a:ext cx="8077900" cy="333730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CD66EC3-3C17-0E8B-E215-902CD36AC6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0779" y="5210190"/>
            <a:ext cx="5223704" cy="158685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E06BF8C-B930-4481-2052-0967837AA788}"/>
              </a:ext>
            </a:extLst>
          </p:cNvPr>
          <p:cNvSpPr/>
          <p:nvPr/>
        </p:nvSpPr>
        <p:spPr>
          <a:xfrm>
            <a:off x="9994058" y="4612822"/>
            <a:ext cx="2100105" cy="5973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Calling in main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4915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F18507-D343-7C41-B14D-A0A456A4A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3CF38-A226-CE13-A35F-7C567A504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&amp; </a:t>
            </a:r>
            <a:r>
              <a:rPr lang="en-US" sz="4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(Add Data):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CD46D0-2070-587E-B74A-3232211BA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38094"/>
            <a:ext cx="5114679" cy="113138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04E1C84-E16B-0192-C160-7D1F45FBF119}"/>
              </a:ext>
            </a:extLst>
          </p:cNvPr>
          <p:cNvSpPr/>
          <p:nvPr/>
        </p:nvSpPr>
        <p:spPr>
          <a:xfrm>
            <a:off x="5212511" y="1026731"/>
            <a:ext cx="6397768" cy="5309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First, you have to create a struct that has elements corresponding to the table fields you want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03F090-31C4-7AA3-FEF8-F0D152F6A2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32" y="2082376"/>
            <a:ext cx="10275528" cy="31906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AE12C6-7AAB-D2B9-4F91-E575212FC4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4320" y="4582160"/>
            <a:ext cx="5469843" cy="217120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B4FC080-55DB-FD6C-F802-259EAC2859FF}"/>
              </a:ext>
            </a:extLst>
          </p:cNvPr>
          <p:cNvSpPr/>
          <p:nvPr/>
        </p:nvSpPr>
        <p:spPr>
          <a:xfrm>
            <a:off x="9994058" y="3984792"/>
            <a:ext cx="2100105" cy="59736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Calling in main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9665BF-1FC2-5358-24FF-04429531536C}"/>
              </a:ext>
            </a:extLst>
          </p:cNvPr>
          <p:cNvSpPr/>
          <p:nvPr/>
        </p:nvSpPr>
        <p:spPr>
          <a:xfrm>
            <a:off x="97832" y="5402297"/>
            <a:ext cx="6397768" cy="90706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DELETE &amp; UPDATE statements work the same as INSERT statements using </a:t>
            </a:r>
            <a:r>
              <a:rPr lang="en-US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db.Exec</a:t>
            </a: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8497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7460"/>
    </mc:Choice>
    <mc:Fallback xmlns="">
      <p:transition spd="slow" advTm="20746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C09EB5-D618-8382-1415-8B4B1FFA1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1A616-7EBB-31AE-A072-E2DD89C90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Packages: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BAAFF3-F573-25BD-B6BC-47CFA45E98DF}"/>
              </a:ext>
            </a:extLst>
          </p:cNvPr>
          <p:cNvSpPr/>
          <p:nvPr/>
        </p:nvSpPr>
        <p:spPr>
          <a:xfrm>
            <a:off x="97832" y="1012425"/>
            <a:ext cx="111760" cy="555118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D40681-77C8-DC11-4592-A1E09B6E8FD3}"/>
              </a:ext>
            </a:extLst>
          </p:cNvPr>
          <p:cNvSpPr/>
          <p:nvPr/>
        </p:nvSpPr>
        <p:spPr>
          <a:xfrm>
            <a:off x="174031" y="1012425"/>
            <a:ext cx="11895551" cy="555118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Packages only really make sense in the context of a separate program that uses them.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D071B5-1AFE-8BBF-74DF-609E193CF7F5}"/>
              </a:ext>
            </a:extLst>
          </p:cNvPr>
          <p:cNvSpPr/>
          <p:nvPr/>
        </p:nvSpPr>
        <p:spPr>
          <a:xfrm>
            <a:off x="97832" y="1675616"/>
            <a:ext cx="111760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593152-2996-08E5-4719-8271EADCF5BE}"/>
              </a:ext>
            </a:extLst>
          </p:cNvPr>
          <p:cNvSpPr/>
          <p:nvPr/>
        </p:nvSpPr>
        <p:spPr>
          <a:xfrm>
            <a:off x="174031" y="1675616"/>
            <a:ext cx="11895551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First, create a folder in which packages will be located, then in the terminal run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go mod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init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&lt;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any_name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&gt;/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folder_name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[This will be the path any package import starts with]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89CC88-FA8A-6647-CB53-F1F8E69D38F0}"/>
              </a:ext>
            </a:extLst>
          </p:cNvPr>
          <p:cNvSpPr/>
          <p:nvPr/>
        </p:nvSpPr>
        <p:spPr>
          <a:xfrm>
            <a:off x="133393" y="2569919"/>
            <a:ext cx="111760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6BD453-35FD-968A-0074-5FFDBD164F48}"/>
              </a:ext>
            </a:extLst>
          </p:cNvPr>
          <p:cNvSpPr/>
          <p:nvPr/>
        </p:nvSpPr>
        <p:spPr>
          <a:xfrm>
            <a:off x="209592" y="2569919"/>
            <a:ext cx="11895551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Create a folder for each package. Each script in the package folder should start with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&lt;package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folder_name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&gt;</a:t>
            </a:r>
            <a:endParaRPr lang="en-US" b="1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7BF569-8285-BA13-A70E-AB49883D79AD}"/>
              </a:ext>
            </a:extLst>
          </p:cNvPr>
          <p:cNvSpPr/>
          <p:nvPr/>
        </p:nvSpPr>
        <p:spPr>
          <a:xfrm>
            <a:off x="122413" y="3464222"/>
            <a:ext cx="111760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12DA14-1AF6-0AFC-7B83-151A8ADC6334}"/>
              </a:ext>
            </a:extLst>
          </p:cNvPr>
          <p:cNvSpPr/>
          <p:nvPr/>
        </p:nvSpPr>
        <p:spPr>
          <a:xfrm>
            <a:off x="198612" y="3464222"/>
            <a:ext cx="11895551" cy="786230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 main folder where you run </a:t>
            </a:r>
            <a:r>
              <a:rPr lang="en-US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&lt;go mod </a:t>
            </a:r>
            <a:r>
              <a:rPr lang="en-US" b="1" dirty="0" err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</a:t>
            </a:r>
            <a:r>
              <a:rPr lang="en-US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place your </a:t>
            </a:r>
            <a:r>
              <a:rPr lang="en-US" b="1" dirty="0" err="1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main.go</a:t>
            </a:r>
            <a:r>
              <a:rPr lang="en-US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file, then import your package.</a:t>
            </a:r>
            <a:endParaRPr lang="en-US" b="1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316738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7460"/>
    </mc:Choice>
    <mc:Fallback>
      <p:transition spd="slow" advTm="20746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lumMod val="95000"/>
              </a:schemeClr>
            </a:gs>
            <a:gs pos="74000">
              <a:schemeClr val="bg1">
                <a:lumMod val="85000"/>
              </a:schemeClr>
            </a:gs>
            <a:gs pos="83000">
              <a:schemeClr val="bg1">
                <a:lumMod val="75000"/>
              </a:schemeClr>
            </a:gs>
            <a:gs pos="100000">
              <a:schemeClr val="bg1">
                <a:lumMod val="5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C75CBE-FBB9-B5A7-BA66-B34923B9F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8938-F441-DDB7-8E1C-B69B5FDA5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832" y="-179711"/>
            <a:ext cx="11996331" cy="1325563"/>
          </a:xfrm>
        </p:spPr>
        <p:txBody>
          <a:bodyPr>
            <a:norm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Packages: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47276C-A769-DC6B-A12C-BA272CFFA6A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664" t="10582" r="3028"/>
          <a:stretch>
            <a:fillRect/>
          </a:stretch>
        </p:blipFill>
        <p:spPr>
          <a:xfrm>
            <a:off x="-1" y="804207"/>
            <a:ext cx="5718217" cy="38582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CBA195D-5EDF-B930-CDAD-0D4257395A6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594" t="8066" r="7366"/>
          <a:stretch>
            <a:fillRect/>
          </a:stretch>
        </p:blipFill>
        <p:spPr>
          <a:xfrm>
            <a:off x="6096000" y="804207"/>
            <a:ext cx="5998163" cy="38582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795308-37E8-3890-4D2A-A771EE8D3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31" y="4853353"/>
            <a:ext cx="9578731" cy="193430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609686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7460"/>
    </mc:Choice>
    <mc:Fallback>
      <p:transition spd="slow" advTm="20746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6|40.3|25.2|40.6|10.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2430</TotalTime>
  <Words>748</Words>
  <Application>Microsoft Office PowerPoint</Application>
  <PresentationFormat>Widescreen</PresentationFormat>
  <Paragraphs>74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Times New Roman</vt:lpstr>
      <vt:lpstr>Office Theme</vt:lpstr>
      <vt:lpstr>PowerPoint Presentation</vt:lpstr>
      <vt:lpstr>What Are Files?</vt:lpstr>
      <vt:lpstr>The Go Files (Open files and read line by line):</vt:lpstr>
      <vt:lpstr>The Go Files (Open files and read line by line):</vt:lpstr>
      <vt:lpstr>The Go Files (read the whole content one time):</vt:lpstr>
      <vt:lpstr>The Go Files (Writing in file):</vt:lpstr>
      <vt:lpstr>The Go Files (Writing in file):</vt:lpstr>
      <vt:lpstr>Marshaling &amp; JSON</vt:lpstr>
      <vt:lpstr>The Go Files (JSON):</vt:lpstr>
      <vt:lpstr>The Go Files (Marshal JSON):</vt:lpstr>
      <vt:lpstr>The Go Files (UnMarshal JSON):</vt:lpstr>
      <vt:lpstr>Go &amp; mySQL (Configuration):</vt:lpstr>
      <vt:lpstr>Go &amp; mySQL (SELECT Statement):</vt:lpstr>
      <vt:lpstr>Go &amp; mySQL (SELECT Statement):</vt:lpstr>
      <vt:lpstr>Go &amp; mySQL (Add Data):</vt:lpstr>
      <vt:lpstr>Go Packages:</vt:lpstr>
      <vt:lpstr>Go Packages: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Al-Hassan Abdelhalim</dc:creator>
  <cp:lastModifiedBy>alHasan 20367648</cp:lastModifiedBy>
  <cp:revision>309</cp:revision>
  <dcterms:created xsi:type="dcterms:W3CDTF">2026-02-14T08:24:36Z</dcterms:created>
  <dcterms:modified xsi:type="dcterms:W3CDTF">2026-03-07T09:56:24Z</dcterms:modified>
</cp:coreProperties>
</file>