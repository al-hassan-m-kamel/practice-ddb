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50" r:id="rId3"/>
    <p:sldId id="360" r:id="rId4"/>
    <p:sldId id="3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18" autoAdjust="0"/>
  </p:normalViewPr>
  <p:slideViewPr>
    <p:cSldViewPr snapToGrid="0">
      <p:cViewPr varScale="1">
        <p:scale>
          <a:sx n="76" d="100"/>
          <a:sy n="76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14760-2987-41FC-B6E1-A6F257AE46F6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C30FE-7AC7-4656-9546-659789057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91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77334-3470-3737-4E2C-B67757B5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FBF3F-CAB2-A944-E972-FA1846064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81AC6-C0FD-EE27-2A42-2B5137215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9764-2522-B73D-8062-4FC1AE7AF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53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98C6-A7FB-9B4E-A705-EFBF3F33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55954-9E76-1FC8-6F84-7D72C2A09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5ECCC-2CA5-72CE-7185-1077887F5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5ACA6-5260-4732-511B-D6D39658E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5210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0F3C-256C-0995-82E0-765FEA00B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2AF3F-26F9-85E8-4230-F5976E4D2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AC3F2-A8E6-8425-ACB6-B62E0D161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61E02-79B9-4FD7-15F5-B6E269BC5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730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BDC5-84F1-25F2-F593-6E4A4A7DA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59EE1F-6454-29CA-0B14-067414EBD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DC79A-D777-1554-0AA8-DF008FE8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2A933-3A57-37A6-031F-7B46F14F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C70BA-2295-7359-263D-F633F7D6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8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57C8-0C44-9837-8208-8CD3FE8F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0D8DF-8202-D871-7A04-8521183D5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C8BA0-BDA9-732F-1C91-6D209B820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87171-1CD6-ACCE-049F-D9227DA50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728B8-24DD-40CD-92BF-A4BD7E47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8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94D2-7D13-02C2-6131-9D3A6642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AA421-D9DE-E032-7DED-3D19987F0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F0728-EF07-7E6F-C113-A9A82B67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34D14-B4B7-ABA4-219F-72EA4C5A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8578C-E9E5-4869-8574-913FA878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2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310A-B24A-9A97-BC39-9253D14B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8DE60-75DA-A1F4-4943-12F47CD4F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8E996-19E1-1ED5-2B25-0C601F5AB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372EB-24D0-92FD-EFA9-DFCD5D85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C728D-BE2D-27DA-9DAD-37C597AF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1C820-7316-83BF-9F73-24167360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3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651D-6EB9-BDDE-A12B-45790AC9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1C7F6-CE80-AFF9-0EBF-1410BB1FD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76A25-30D1-BC8F-6C4B-5557987AE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19201-F674-C8FC-9CAC-3AA70D8FE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DC2F45-AECC-8666-7E96-BADC6000D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CD8C1-02BB-2DAD-0E0E-8AA796BB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C21C37-DE25-4D35-4B99-9D8037B2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9434E2-2825-BD95-9468-96ECEECF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3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DA2C-1511-40C9-244A-F12CF273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271D3-7750-8998-F10F-DB0F8CAB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9A25A-7384-814E-00D3-37589C2E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46E66-0C2A-9CA7-93F5-2B907D3A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9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CE336-2A92-E325-1B68-279EADA75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B82CE-C7E9-227E-D831-9868CD66B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3678D-557B-C65C-EA59-995CFCAB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3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4B4F7-6B7A-7ED5-F73D-E14EAE1B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B2279-C497-CE25-F10D-A4DA51F81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AF541-F397-99A9-C53E-F66758361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86E30-BAFF-53F1-0559-A8EEB398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3D538-1326-047C-3C20-796B5B08A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FB249-EE5C-47A5-8FDA-96CCAF0D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7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ADAC-3955-2BE2-8717-F919B1B8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AB103-181B-D96D-EF22-056252ABE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44EFC-1537-04FE-25C8-322C96B05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AA516-BDDB-6225-04E4-B6A3A4A4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30C3C-FCDC-DA51-144D-9A16B688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FA7FF-9C48-8DD2-DE7C-B96A6119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4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0308-2F3F-24BD-585E-C61288CB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98F12-9E0F-3E92-6348-79D515DAB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EF97B-166B-9D18-72B9-32B35309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80055-6534-5781-4AD5-774749F9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06730-4630-46C2-C4D1-50DC51888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4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05A29-F365-6770-11D9-D33373698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253FA-EE87-A347-88C2-8B8089EAE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23F83-A161-6C6B-8566-35434820A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8384C-7055-FD31-D397-1BC28DC9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4ED2-2741-B46D-921C-EDAB1886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3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EFCF8D-8049-7DEE-2F5E-30B8C067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99D1B-588D-8CE8-7BA3-9A14C58E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1E081-13C9-DC07-C35E-30B6024B8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925FC-16E2-4760-8BBA-129557D517F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07867-CD4F-61B7-7D30-586CCCBDB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065B-A6B6-89FA-A36F-73BD3CEC3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7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B79750-45C1-455C-65CA-2308A2EFA9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273C3-8B7C-39C1-3689-CE8B4D26A613}"/>
              </a:ext>
            </a:extLst>
          </p:cNvPr>
          <p:cNvSpPr txBox="1"/>
          <p:nvPr/>
        </p:nvSpPr>
        <p:spPr>
          <a:xfrm>
            <a:off x="3814915" y="176981"/>
            <a:ext cx="814111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</a:t>
            </a:r>
            <a:b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Streams &amp; </a:t>
            </a:r>
            <a:r>
              <a:rPr lang="en-US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355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2924F-18CF-E6D5-8C57-7A05B4789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E9B4-46FB-4E16-3FED-BF0B7CAC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35221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Files?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5A73F-C5C1-2B55-874A-13ADAD28D056}"/>
              </a:ext>
            </a:extLst>
          </p:cNvPr>
          <p:cNvSpPr/>
          <p:nvPr/>
        </p:nvSpPr>
        <p:spPr>
          <a:xfrm>
            <a:off x="110125" y="2088368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68ACB-48F0-AD4B-6AE1-B4EFFC7F7406}"/>
              </a:ext>
            </a:extLst>
          </p:cNvPr>
          <p:cNvSpPr/>
          <p:nvPr/>
        </p:nvSpPr>
        <p:spPr>
          <a:xfrm>
            <a:off x="186324" y="2088368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Each file ends either with an end-of-file marker or at a specific byte number recorded in a system-maintained, administrative data structure.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F74386-DC6E-1474-0BC4-D554AF2D79E9}"/>
              </a:ext>
            </a:extLst>
          </p:cNvPr>
          <p:cNvSpPr/>
          <p:nvPr/>
        </p:nvSpPr>
        <p:spPr>
          <a:xfrm>
            <a:off x="110125" y="6044851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2F350E-7728-6E9C-876A-2961761C64DD}"/>
              </a:ext>
            </a:extLst>
          </p:cNvPr>
          <p:cNvSpPr/>
          <p:nvPr/>
        </p:nvSpPr>
        <p:spPr>
          <a:xfrm>
            <a:off x="186324" y="6044851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When a file is opened, a stream is associated with it, which in turn provides communication channels between files and programs.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F4631A-A468-36F2-4CFD-6F9359A44C07}"/>
              </a:ext>
            </a:extLst>
          </p:cNvPr>
          <p:cNvSpPr/>
          <p:nvPr/>
        </p:nvSpPr>
        <p:spPr>
          <a:xfrm>
            <a:off x="110125" y="1163151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7AEE5A-9851-7B85-CFE5-06CD0EC8DC13}"/>
              </a:ext>
            </a:extLst>
          </p:cNvPr>
          <p:cNvSpPr/>
          <p:nvPr/>
        </p:nvSpPr>
        <p:spPr>
          <a:xfrm>
            <a:off x="186324" y="1163151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Programming languages, view file simply as a sequential stream of bytes (Array of bytes).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57C130-1CD6-26F8-8BAF-D376315F25A5}"/>
              </a:ext>
            </a:extLst>
          </p:cNvPr>
          <p:cNvSpPr/>
          <p:nvPr/>
        </p:nvSpPr>
        <p:spPr>
          <a:xfrm>
            <a:off x="110125" y="4307254"/>
            <a:ext cx="111760" cy="161122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D105C7-C2DF-5BB6-D167-C9D223F72586}"/>
              </a:ext>
            </a:extLst>
          </p:cNvPr>
          <p:cNvSpPr/>
          <p:nvPr/>
        </p:nvSpPr>
        <p:spPr>
          <a:xfrm>
            <a:off x="186324" y="4307254"/>
            <a:ext cx="11895551" cy="161122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streams are automatically opened when program execution begins: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standard input (which receives input from the keyboard),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standard output (which displays output on the screen) 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standard error (which displays error messages on the screen)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D61FF6-B524-D0FE-2CB4-B342F9C4B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85" y="3013585"/>
            <a:ext cx="11165734" cy="11673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ED3B431-8BC3-CFA6-0551-5F7F4F6C39CA}"/>
              </a:ext>
            </a:extLst>
          </p:cNvPr>
          <p:cNvSpPr/>
          <p:nvPr/>
        </p:nvSpPr>
        <p:spPr>
          <a:xfrm>
            <a:off x="9670421" y="3055373"/>
            <a:ext cx="1717198" cy="331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File/Stream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624B15A3-F3AC-3F91-AFAB-0EC5CF2B625C}"/>
              </a:ext>
            </a:extLst>
          </p:cNvPr>
          <p:cNvCxnSpPr>
            <a:cxnSpLocks/>
          </p:cNvCxnSpPr>
          <p:nvPr/>
        </p:nvCxnSpPr>
        <p:spPr>
          <a:xfrm flipV="1">
            <a:off x="9859265" y="3429000"/>
            <a:ext cx="400102" cy="170346"/>
          </a:xfrm>
          <a:prstGeom prst="curvedConnector3">
            <a:avLst>
              <a:gd name="adj1" fmla="val 10274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3273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A83AF-9090-9295-7706-82C8F9AC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CC10-CE48-006D-602F-1F63E7FE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4" y="0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 Files (Open files and read line by line):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E5C807-0B49-86E2-066D-13F586B1F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16" y="1055077"/>
            <a:ext cx="10382597" cy="57124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623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9E11D-FD71-C6D7-EF34-A385A704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02215-4A2F-3DBF-8CC3-394E9D4DE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4" y="0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 Files (read the whole content one time):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98BC1-A218-CA6E-EF58-9D8C0EBAD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077" y="1325563"/>
            <a:ext cx="10038303" cy="52811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8923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7460"/>
    </mc:Choice>
    <mc:Fallback>
      <p:transition spd="slow" advTm="20746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2117</TotalTime>
  <Words>147</Words>
  <Application>Microsoft Office PowerPoint</Application>
  <PresentationFormat>Widescreen</PresentationFormat>
  <Paragraphs>15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What Are Files?</vt:lpstr>
      <vt:lpstr>The Go Files (Open files and read line by line):</vt:lpstr>
      <vt:lpstr>The Go Files (read the whole content one time):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Al-Hassan Abdelhalim</dc:creator>
  <cp:lastModifiedBy>alHasan 20367648</cp:lastModifiedBy>
  <cp:revision>193</cp:revision>
  <dcterms:created xsi:type="dcterms:W3CDTF">2026-02-14T08:24:36Z</dcterms:created>
  <dcterms:modified xsi:type="dcterms:W3CDTF">2026-03-02T04:50:22Z</dcterms:modified>
</cp:coreProperties>
</file>