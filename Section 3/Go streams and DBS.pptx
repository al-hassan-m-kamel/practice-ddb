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ppt/tags/tag3.xml" ContentType="application/vnd.openxmlformats-officedocument.presentationml.tags+xml"/>
  <Override PartName="/ppt/notesSlides/notesSlide3.xml" ContentType="application/vnd.openxmlformats-officedocument.presentationml.notesSlide+xml"/>
  <Override PartName="/ppt/tags/tag4.xml" ContentType="application/vnd.openxmlformats-officedocument.presentationml.tags+xml"/>
  <Override PartName="/ppt/notesSlides/notesSlide4.xml" ContentType="application/vnd.openxmlformats-officedocument.presentationml.notesSlide+xml"/>
  <Override PartName="/ppt/tags/tag5.xml" ContentType="application/vnd.openxmlformats-officedocument.presentationml.tags+xml"/>
  <Override PartName="/ppt/notesSlides/notesSlide5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tags/tag6.xml" ContentType="application/vnd.openxmlformats-officedocument.presentationml.tags+xml"/>
  <Override PartName="/ppt/notesSlides/notesSlide6.xml" ContentType="application/vnd.openxmlformats-officedocument.presentationml.notesSlide+xml"/>
  <Override PartName="/ppt/ink/ink6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350" r:id="rId3"/>
    <p:sldId id="360" r:id="rId4"/>
    <p:sldId id="362" r:id="rId5"/>
    <p:sldId id="361" r:id="rId6"/>
    <p:sldId id="363" r:id="rId7"/>
    <p:sldId id="364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2418" autoAdjust="0"/>
  </p:normalViewPr>
  <p:slideViewPr>
    <p:cSldViewPr snapToGrid="0">
      <p:cViewPr varScale="1">
        <p:scale>
          <a:sx n="76" d="100"/>
          <a:sy n="76" d="100"/>
        </p:scale>
        <p:origin x="917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2T05:41:14.301"/>
    </inkml:context>
    <inkml:brush xml:id="br0">
      <inkml:brushProperty name="width" value="0.10583" units="cm"/>
      <inkml:brushProperty name="height" value="0.10583" units="cm"/>
      <inkml:brushProperty name="color" value="#FF0000"/>
    </inkml:brush>
  </inkml:definitions>
  <inkml:trace contextRef="#ctx0" brushRef="#br0">0 0 24575,'9'0'0,"0"0"0,0 1 0,0 0 0,-1 0 0,11 3 0,-15-3 0,0 1 0,0 0 0,-1 0 0,1 0 0,-1 0 0,0 0 0,1 1 0,-1-1 0,0 1 0,0 0 0,-1 0 0,1 0 0,4 6 0,3 9 0,0-1 0,-1 2 0,-1-1 0,10 32 0,15 82 0,-29-118 0,13 69 0,20 78 0,-28-131 0,2 0 0,0 0 0,20 34 0,-12-29 0,11 19 0,38 55 0,-51-90 0,0 0 0,2-2 0,0 0 0,38 27 0,5 3 0,-40-27 0,0-2 0,1 0 0,1-2 0,0-1 0,1 0 0,1-2 0,30 11 0,499 118 0,-410-100 0,-29-6 0,-43-17 0,6 3 0,120 17 0,102-16 0,-240-21 0,97-1 0,-129-3 0,0 0 0,0-2 0,33-9 0,-55 11 0,1-1 0,-1 0 0,0-1 0,-1 0 0,1 0 0,9-7 0,-10 6 0,-1 1 0,1 0 0,1 0 0,-1 1 0,1 0 0,11-5 0,-2 5 0,-1 0 0,1 1 0,0 1 0,0 0 0,0 1 0,0 1 0,-1 0 0,18 5 0,17 5 0,56 21 0,-46-13 0,-22-10 0,1-2 0,-1-1 0,58 0 0,27 4 0,-25 4 0,180 47 0,-252-54 0,0-2 0,0-1 0,1-2 0,-1 0 0,28-2 0,26 1 0,-73 0 15,-1 1-1,1-1 0,-1 1 1,1 0-1,-1 1 1,0-1-1,0 1 0,8 6 1,30 11-1510,-20-14-5331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2T05:41:21.192"/>
    </inkml:context>
    <inkml:brush xml:id="br0">
      <inkml:brushProperty name="width" value="0.05" units="cm"/>
      <inkml:brushProperty name="height" value="0.05" units="cm"/>
      <inkml:brushProperty name="color" value="#FF0000"/>
    </inkml:brush>
  </inkml:definitions>
  <inkml:trace contextRef="#ctx0" brushRef="#br0">215 0 24575,'6'1'0,"0"0"0,0 0 0,0 1 0,0 0 0,0 0 0,0 0 0,-1 1 0,1 0 0,-1 0 0,0 0 0,0 1 0,0-1 0,0 1 0,0 0 0,-1 1 0,7 7 0,4 6 0,-1 1 0,0 0 0,10 22 0,11 17 0,33 64 0,-66-118 0,0 1 0,0 0 0,0 0 0,-1 0 0,0 0 0,0 0 0,0 0 0,0 0 0,-1 0 0,0 0 0,0 0 0,0 1 0,-1-1 0,0 0 0,0 0 0,0 0 0,-1 0 0,1 0 0,-1-1 0,0 1 0,0 0 0,-6 7 0,4-7 0,-1 0 0,1 0 0,-1-1 0,0 0 0,0 0 0,-1 0 0,1 0 0,-1-1 0,0 0 0,0 0 0,0-1 0,0 1 0,0-1 0,-1-1 0,1 1 0,-1-1 0,-11 1 0,-37 1 0,33-3 0,0 1 0,1 1 0,-1 1 0,1 1 0,0 1 0,-37 13 0,-27 26-1365,51-23-5461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2T05:41:32.0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24575,'0'5'-8191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2T05:49:46.9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1901 24575,'0'0'0,"0"0"0,0 0 0,0 1 0,0-1 0,0 0 0,0 0 0,0 0 0,0 1 0,0-1 0,0 0 0,0 0 0,0 0 0,0 0 0,0 1 0,0-1 0,1 0 0,-1 0 0,0 0 0,0 0 0,0 0 0,0 1 0,0-1 0,0 0 0,0 0 0,1 0 0,-1 0 0,0 0 0,0 0 0,0 1 0,0-1 0,1 0 0,-1 0 0,0 0 0,0 0 0,0 0 0,0 0 0,1 0 0,-1 0 0,0 0 0,0 0 0,0 0 0,0 0 0,1 0 0,-1 0 0,0 0 0,0 0 0,12-6 0,10-12 0,1-7 0,29-41 0,15-17 0,-54 70 0,0 0 0,1 0 0,0 1 0,26-15 0,-30 21 0,1 1 0,-1 0 0,1 0 0,1 2 0,-1-1 0,0 1 0,1 1 0,17-2 0,66-2 0,105-13 0,-161 12 0,119-14 0,-141 20 0,1 1 0,-1 1 0,0 0 0,0 1 0,0 1 0,0 1 0,17 6 0,19 13 0,10 5 0,-20-17 0,-1-1 0,1-2 0,0-2 0,1-2 0,54-2 0,239 11 0,-59 1 0,-44-14 0,340 16 0,-544-13 0,0 0 0,0-2 0,0-2 0,0 0 0,42-9 0,-22 2 0,0 3 0,1 2 0,86 5 0,-41 0 0,1013-2 0,-884 13 0,13 0 0,-222-13 0,0-1 0,-1-1 0,1 0 0,0-2 0,-1 1 0,1-2 0,-1 0 0,0-1 0,-1 0 0,0-2 0,0 1 0,0-2 0,-1 0 0,0 0 0,21-20 0,61-55 0,8-8 0,-89 78 0,-1-1 0,-1 0 0,0-1 0,-1-1 0,9-18 0,38-65 0,8-15 0,114-221 0,-162 305 0,-2 0 0,-1 0 0,-1-2 0,-2 0 0,10-44 0,-19 65 0,0 1 0,1 0 0,0 0 0,1 0 0,0 0 0,0 1 0,1 0 0,1 0 0,0 0 0,0 1 0,1 0 0,0 1 0,0-1 0,19-12 0,7-8 0,0-1 0,32-38 0,24-22 0,-52 54-84,-25 22-99,0 1 0,1 1 0,0 0 0,1 1 0,1 0 0,29-14 0,-20 16-6643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2T05:49:49.9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24575,'0'1'0,"1"-1"0,-1 1 0,0 0 0,0-1 0,0 1 0,1 0 0,-1 0 0,0-1 0,1 1 0,-1 0 0,1-1 0,-1 1 0,1-1 0,-1 1 0,1-1 0,-1 1 0,1-1 0,-1 1 0,1-1 0,0 1 0,-1-1 0,1 0 0,0 1 0,-1-1 0,1 0 0,1 1 0,22 5 0,-13-4 0,23 10 0,-1 2 0,-1 2 0,0 0 0,-1 3 0,52 39 0,-76-52 0,-1 1 0,0 1 0,0-1 0,0 1 0,-1 0 0,0 0 0,3 9 0,7 9 0,-14-25-9,12 19-185,-1 0 1,0 1-1,-2 1 0,0-1 0,-2 1 1,8 30-1,-9-13-6632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2T05:41:32.0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24575,'0'5'-8191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E14760-2987-41FC-B6E1-A6F257AE46F6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FC30FE-7AC7-4656-9546-659789057A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1919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77334-3470-3737-4E2C-B67757B52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0FBF3F-CAB2-A944-E972-FA1846064A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A81AC6-C0FD-EE27-2A42-2B51372158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3F9764-2522-B73D-8062-4FC1AE7AF2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2CD1D2-9E42-4E1F-B86C-5AF6F74F60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45371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898C6-A7FB-9B4E-A705-EFBF3F339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655954-9E76-1FC8-6F84-7D72C2A09B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15ECCC-2CA5-72CE-7185-1077887F5B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55ACA6-5260-4732-511B-D6D39658EB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2CD1D2-9E42-4E1F-B86C-5AF6F74F60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52105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F4533-DA82-0491-7F2B-55FEDBE8A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94E488-E9D9-7E73-E1B9-71CB72466E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304EE5-D16A-E53B-2B01-1758EBDD60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62CBD8-455F-3524-F00B-2D88C94ADE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2CD1D2-9E42-4E1F-B86C-5AF6F74F60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308330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90F3C-256C-0995-82E0-765FEA00B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02AF3F-26F9-85E8-4230-F5976E4D2F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6AC3F2-A8E6-8425-ACB6-B62E0D1616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C61E02-79B9-4FD7-15F5-B6E269BC55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2CD1D2-9E42-4E1F-B86C-5AF6F74F60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457309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845175-5880-46AB-FD81-96BCE9D2A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AA3C5F-0065-36C5-F864-9FE9D913BA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885DE3-5728-BBDB-8299-41BA12F6E6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F94A5E-4863-3DB2-DA5C-2CDC108C07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2CD1D2-9E42-4E1F-B86C-5AF6F74F60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318112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AE917F-E2DD-0342-E9DC-E5228DFE7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2E592D-09B0-57F3-B234-650F32930F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1EC0C0-DDBA-A0B6-70AC-C7D6D2A46B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8299CF-C7A9-62F3-2549-6BAF973052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2CD1D2-9E42-4E1F-B86C-5AF6F74F60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917247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6BDC5-84F1-25F2-F593-6E4A4A7DA0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59EE1F-6454-29CA-0B14-067414EBD1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7DC79A-D777-1554-0AA8-DF008FE8D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D925FC-16E2-4760-8BBA-129557D517F1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72A933-3A57-37A6-031F-7B46F14F61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0C70BA-2295-7359-263D-F633F7D6D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B4FECC-3378-4A83-851D-3B59D55BD4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5823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157C8-0C44-9837-8208-8CD3FE8FA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90D8DF-8202-D871-7A04-8521183D51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C8BA0-BDA9-732F-1C91-6D209B820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D925FC-16E2-4760-8BBA-129557D517F1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A87171-1CD6-ACCE-049F-D9227DA509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E728B8-24DD-40CD-92BF-A4BD7E477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B4FECC-3378-4A83-851D-3B59D55BD4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8987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5A94D2-7D13-02C2-6131-9D3A6642B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1AA421-D9DE-E032-7DED-3D19987F06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FF0728-EF07-7E6F-C113-A9A82B6719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D925FC-16E2-4760-8BBA-129557D517F1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E34D14-B4B7-ABA4-219F-72EA4C5AA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58578C-E9E5-4869-8574-913FA878B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B4FECC-3378-4A83-851D-3B59D55BD4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79208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56310A-B24A-9A97-BC39-9253D14B8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C8DE60-75DA-A1F4-4943-12F47CD4F6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18E996-19E1-1ED5-2B25-0C601F5AB4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7372EB-24D0-92FD-EFA9-DFCD5D856A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D925FC-16E2-4760-8BBA-129557D517F1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8C728D-BE2D-27DA-9DAD-37C597AFCB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91C820-7316-83BF-9F73-24167360F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B4FECC-3378-4A83-851D-3B59D55BD4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0309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0651D-6EB9-BDDE-A12B-45790AC92D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21C7F6-CE80-AFF9-0EBF-1410BB1FD6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376A25-30D1-BC8F-6C4B-5557987AEB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C19201-F674-C8FC-9CAC-3AA70D8FE4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2DC2F45-AECC-8666-7E96-BADC6000DB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01CD8C1-02BB-2DAD-0E0E-8AA796BB6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D925FC-16E2-4760-8BBA-129557D517F1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C21C37-DE25-4D35-4B99-9D8037B2C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F9434E2-2825-BD95-9468-96ECEECF4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B4FECC-3378-4A83-851D-3B59D55BD4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26311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5DA2C-1511-40C9-244A-F12CF27315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18271D3-7750-8998-F10F-DB0F8CABEE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D925FC-16E2-4760-8BBA-129557D517F1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09A25A-7384-814E-00D3-37589C2E8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146E66-0C2A-9CA7-93F5-2B907D3A0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B4FECC-3378-4A83-851D-3B59D55BD4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05908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F9CE336-2A92-E325-1B68-279EADA75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D925FC-16E2-4760-8BBA-129557D517F1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27B82CE-C7E9-227E-D831-9868CD66BE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A3678D-557B-C65C-EA59-995CFCABE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B4FECC-3378-4A83-851D-3B59D55BD4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4371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44B4F7-6B7A-7ED5-F73D-E14EAE1B8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BB2279-C497-CE25-F10D-A4DA51F81D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5AF541-F397-99A9-C53E-F66758361A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F86E30-BAFF-53F1-0559-A8EEB398E6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D925FC-16E2-4760-8BBA-129557D517F1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73D538-1326-047C-3C20-796B5B08A6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0FB249-EE5C-47A5-8FDA-96CCAF0D8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B4FECC-3378-4A83-851D-3B59D55BD4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0711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5ADAC-3955-2BE2-8717-F919B1B8A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AAB103-181B-D96D-EF22-056252ABE3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144EFC-1537-04FE-25C8-322C96B054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3AA516-BDDB-6225-04E4-B6A3A4A404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D925FC-16E2-4760-8BBA-129557D517F1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830C3C-FCDC-DA51-144D-9A16B6882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FFA7FF-9C48-8DD2-DE7C-B96A61198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B4FECC-3378-4A83-851D-3B59D55BD4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4472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C0308-2F3F-24BD-585E-C61288CB2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C98F12-9E0F-3E92-6348-79D515DAB4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0EF97B-166B-9D18-72B9-32B353094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D925FC-16E2-4760-8BBA-129557D517F1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680055-6534-5781-4AD5-774749F9F1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006730-4630-46C2-C4D1-50DC51888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B4FECC-3378-4A83-851D-3B59D55BD4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9461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8C05A29-F365-6770-11D9-D333736982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C253FA-EE87-A347-88C2-8B8089EAE8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323F83-A161-6C6B-8566-35434820A5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D925FC-16E2-4760-8BBA-129557D517F1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68384C-7055-FD31-D397-1BC28DC958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4ED2-2741-B46D-921C-EDAB18865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B4FECC-3378-4A83-851D-3B59D55BD4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23310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AEFCF8D-8049-7DEE-2F5E-30B8C0677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999D1B-588D-8CE8-7BA3-9A14C58EE4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C1E081-13C9-DC07-C35E-30B6024B85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D925FC-16E2-4760-8BBA-129557D517F1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B07867-CD4F-61B7-7D30-586CCCBDB4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EF065B-A6B6-89FA-A36F-73BD3CEC3E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B4FECC-3378-4A83-851D-3B59D55BD4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0766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3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4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customXml" Target="../ink/ink2.xml"/><Relationship Id="rId13" Type="http://schemas.openxmlformats.org/officeDocument/2006/relationships/image" Target="../media/image11.png"/><Relationship Id="rId3" Type="http://schemas.openxmlformats.org/officeDocument/2006/relationships/notesSlide" Target="../notesSlides/notesSlide5.xml"/><Relationship Id="rId7" Type="http://schemas.openxmlformats.org/officeDocument/2006/relationships/image" Target="../media/image8.png"/><Relationship Id="rId12" Type="http://schemas.openxmlformats.org/officeDocument/2006/relationships/customXml" Target="../ink/ink4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5.xml"/><Relationship Id="rId6" Type="http://schemas.openxmlformats.org/officeDocument/2006/relationships/customXml" Target="../ink/ink1.xml"/><Relationship Id="rId11" Type="http://schemas.openxmlformats.org/officeDocument/2006/relationships/image" Target="../media/image10.png"/><Relationship Id="rId5" Type="http://schemas.openxmlformats.org/officeDocument/2006/relationships/image" Target="../media/image7.png"/><Relationship Id="rId15" Type="http://schemas.openxmlformats.org/officeDocument/2006/relationships/image" Target="../media/image12.png"/><Relationship Id="rId10" Type="http://schemas.openxmlformats.org/officeDocument/2006/relationships/customXml" Target="../ink/ink3.xml"/><Relationship Id="rId4" Type="http://schemas.openxmlformats.org/officeDocument/2006/relationships/image" Target="../media/image6.png"/><Relationship Id="rId9" Type="http://schemas.openxmlformats.org/officeDocument/2006/relationships/image" Target="../media/image9.png"/><Relationship Id="rId14" Type="http://schemas.openxmlformats.org/officeDocument/2006/relationships/customXml" Target="../ink/ink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6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customXml" Target="../ink/ink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FB79750-45C1-455C-65CA-2308A2EFA9C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A273C3-8B7C-39C1-3689-CE8B4D26A613}"/>
              </a:ext>
            </a:extLst>
          </p:cNvPr>
          <p:cNvSpPr txBox="1"/>
          <p:nvPr/>
        </p:nvSpPr>
        <p:spPr>
          <a:xfrm>
            <a:off x="3814915" y="176981"/>
            <a:ext cx="8141111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 </a:t>
            </a:r>
            <a:br>
              <a:rPr lang="en-US" sz="6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6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Streams &amp; </a:t>
            </a:r>
            <a:r>
              <a:rPr lang="en-US" sz="6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DataBase</a:t>
            </a:r>
            <a:endParaRPr lang="en-US" sz="6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03555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lumMod val="95000"/>
              </a:schemeClr>
            </a:gs>
            <a:gs pos="74000">
              <a:schemeClr val="bg1">
                <a:lumMod val="85000"/>
              </a:schemeClr>
            </a:gs>
            <a:gs pos="83000">
              <a:schemeClr val="bg1">
                <a:lumMod val="75000"/>
              </a:schemeClr>
            </a:gs>
            <a:gs pos="100000">
              <a:schemeClr val="bg1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02924F-18CF-E6D5-8C57-7A05B4789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0E9B4-46FB-4E16-3FED-BF0B7CAC42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45" y="35221"/>
            <a:ext cx="11996331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Are Files?</a:t>
            </a:r>
            <a:endParaRPr lang="en-US" sz="4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3B5A73F-C5C1-2B55-874A-13ADAD28D056}"/>
              </a:ext>
            </a:extLst>
          </p:cNvPr>
          <p:cNvSpPr/>
          <p:nvPr/>
        </p:nvSpPr>
        <p:spPr>
          <a:xfrm>
            <a:off x="110125" y="2088368"/>
            <a:ext cx="111760" cy="76789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668ACB-48F0-AD4B-6AE1-B4EFFC7F7406}"/>
              </a:ext>
            </a:extLst>
          </p:cNvPr>
          <p:cNvSpPr/>
          <p:nvPr/>
        </p:nvSpPr>
        <p:spPr>
          <a:xfrm>
            <a:off x="186324" y="2088368"/>
            <a:ext cx="11895551" cy="76789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Each file ends either with an end-of-file marker or at a specific byte number recorded in a system-maintained, administrative data structure.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4F74386-DC6E-1474-0BC4-D554AF2D79E9}"/>
              </a:ext>
            </a:extLst>
          </p:cNvPr>
          <p:cNvSpPr/>
          <p:nvPr/>
        </p:nvSpPr>
        <p:spPr>
          <a:xfrm>
            <a:off x="110125" y="6044851"/>
            <a:ext cx="111760" cy="76789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02F350E-7728-6E9C-876A-2961761C64DD}"/>
              </a:ext>
            </a:extLst>
          </p:cNvPr>
          <p:cNvSpPr/>
          <p:nvPr/>
        </p:nvSpPr>
        <p:spPr>
          <a:xfrm>
            <a:off x="186324" y="6044851"/>
            <a:ext cx="11895551" cy="76789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When a file is opened, a stream is associated with it, which in turn provides communication channels between files and programs.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FF4631A-A468-36F2-4CFD-6F9359A44C07}"/>
              </a:ext>
            </a:extLst>
          </p:cNvPr>
          <p:cNvSpPr/>
          <p:nvPr/>
        </p:nvSpPr>
        <p:spPr>
          <a:xfrm>
            <a:off x="110125" y="1163151"/>
            <a:ext cx="111760" cy="76789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67AEE5A-9851-7B85-CFE5-06CD0EC8DC13}"/>
              </a:ext>
            </a:extLst>
          </p:cNvPr>
          <p:cNvSpPr/>
          <p:nvPr/>
        </p:nvSpPr>
        <p:spPr>
          <a:xfrm>
            <a:off x="186324" y="1163151"/>
            <a:ext cx="11895551" cy="76789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Programming languages, view file simply as a sequential stream of bytes (Array of bytes).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757C130-1CD6-26F8-8BAF-D376315F25A5}"/>
              </a:ext>
            </a:extLst>
          </p:cNvPr>
          <p:cNvSpPr/>
          <p:nvPr/>
        </p:nvSpPr>
        <p:spPr>
          <a:xfrm>
            <a:off x="110125" y="4307254"/>
            <a:ext cx="111760" cy="1611223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5D105C7-C2DF-5BB6-D167-C9D223F72586}"/>
              </a:ext>
            </a:extLst>
          </p:cNvPr>
          <p:cNvSpPr/>
          <p:nvPr/>
        </p:nvSpPr>
        <p:spPr>
          <a:xfrm>
            <a:off x="186324" y="4307254"/>
            <a:ext cx="11895551" cy="1611223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lang="en-US" sz="2000" b="1" dirty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Three streams are automatically opened when program execution begins: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standard input (which receives input from the keyboard),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standard output (which displays output on the screen) and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standard error (which displays error messages on the screen)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DD61FF6-B524-D0FE-2CB4-B342F9C4BE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885" y="3013585"/>
            <a:ext cx="11165734" cy="116733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ED3B431-8BC3-CFA6-0551-5F7F4F6C39CA}"/>
              </a:ext>
            </a:extLst>
          </p:cNvPr>
          <p:cNvSpPr/>
          <p:nvPr/>
        </p:nvSpPr>
        <p:spPr>
          <a:xfrm>
            <a:off x="9670421" y="3055373"/>
            <a:ext cx="1717198" cy="3318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File/Stream</a:t>
            </a:r>
            <a:endParaRPr 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3" name="Connector: Curved 12">
            <a:extLst>
              <a:ext uri="{FF2B5EF4-FFF2-40B4-BE49-F238E27FC236}">
                <a16:creationId xmlns:a16="http://schemas.microsoft.com/office/drawing/2014/main" id="{624B15A3-F3AC-3F91-AFAB-0EC5CF2B625C}"/>
              </a:ext>
            </a:extLst>
          </p:cNvPr>
          <p:cNvCxnSpPr>
            <a:cxnSpLocks/>
          </p:cNvCxnSpPr>
          <p:nvPr/>
        </p:nvCxnSpPr>
        <p:spPr>
          <a:xfrm flipV="1">
            <a:off x="9859265" y="3429000"/>
            <a:ext cx="400102" cy="170346"/>
          </a:xfrm>
          <a:prstGeom prst="curvedConnector3">
            <a:avLst>
              <a:gd name="adj1" fmla="val 10274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23327343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7460"/>
    </mc:Choice>
    <mc:Fallback xmlns="">
      <p:transition spd="slow" advTm="20746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lumMod val="95000"/>
              </a:schemeClr>
            </a:gs>
            <a:gs pos="74000">
              <a:schemeClr val="bg1">
                <a:lumMod val="85000"/>
              </a:schemeClr>
            </a:gs>
            <a:gs pos="83000">
              <a:schemeClr val="bg1">
                <a:lumMod val="75000"/>
              </a:schemeClr>
            </a:gs>
            <a:gs pos="100000">
              <a:schemeClr val="bg1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EA83AF-9090-9295-7706-82C8F9ACC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8CC10-CE48-006D-602F-1F63E7FEA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834" y="0"/>
            <a:ext cx="11996331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Go Files (Open files and read line by line):</a:t>
            </a:r>
            <a:endParaRPr lang="en-US" sz="4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DE5C807-0B49-86E2-066D-13F586B1F9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316" y="1055077"/>
            <a:ext cx="10382597" cy="5712487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596234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7460"/>
    </mc:Choice>
    <mc:Fallback xmlns="">
      <p:transition spd="slow" advTm="20746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lumMod val="95000"/>
              </a:schemeClr>
            </a:gs>
            <a:gs pos="74000">
              <a:schemeClr val="bg1">
                <a:lumMod val="85000"/>
              </a:schemeClr>
            </a:gs>
            <a:gs pos="83000">
              <a:schemeClr val="bg1">
                <a:lumMod val="75000"/>
              </a:schemeClr>
            </a:gs>
            <a:gs pos="100000">
              <a:schemeClr val="bg1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382350-E3AA-06D5-3852-8DE3790E9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E3E0-01E3-0ED2-4C79-FBB7BA9EBF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834" y="0"/>
            <a:ext cx="11996331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Go Files (Open files and read line by line):</a:t>
            </a:r>
            <a:endParaRPr lang="en-US" sz="4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4FEFC97-80D7-94A0-FE6B-2D78667A58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9893" y="1325563"/>
            <a:ext cx="8772211" cy="529630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70379088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07460"/>
    </mc:Choice>
    <mc:Fallback>
      <p:transition spd="slow" advTm="20746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lumMod val="95000"/>
              </a:schemeClr>
            </a:gs>
            <a:gs pos="74000">
              <a:schemeClr val="bg1">
                <a:lumMod val="85000"/>
              </a:schemeClr>
            </a:gs>
            <a:gs pos="83000">
              <a:schemeClr val="bg1">
                <a:lumMod val="75000"/>
              </a:schemeClr>
            </a:gs>
            <a:gs pos="100000">
              <a:schemeClr val="bg1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89E11D-FD71-C6D7-EF34-A385A704C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02215-4A2F-3DBF-8CC3-394E9D4DE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834" y="0"/>
            <a:ext cx="11996331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Go Files (read the whole content one time):</a:t>
            </a:r>
            <a:endParaRPr lang="en-US" sz="4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298BC1-A218-CA6E-EF58-9D8C0EBADB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5077" y="1325563"/>
            <a:ext cx="10038303" cy="528111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488923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7460"/>
    </mc:Choice>
    <mc:Fallback xmlns="">
      <p:transition spd="slow" advTm="20746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lumMod val="95000"/>
              </a:schemeClr>
            </a:gs>
            <a:gs pos="74000">
              <a:schemeClr val="bg1">
                <a:lumMod val="85000"/>
              </a:schemeClr>
            </a:gs>
            <a:gs pos="83000">
              <a:schemeClr val="bg1">
                <a:lumMod val="75000"/>
              </a:schemeClr>
            </a:gs>
            <a:gs pos="100000">
              <a:schemeClr val="bg1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B1514A-E7D4-7046-48F6-74DED28A8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21FF3-5B03-F9EF-E45E-B1F6CA53EB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834" y="0"/>
            <a:ext cx="11996331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Go Files (Writing in file):</a:t>
            </a:r>
            <a:endParaRPr lang="en-US" sz="4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2CB56A-0A2C-2D32-269D-F53B9A6BD3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35" y="1064306"/>
            <a:ext cx="7679590" cy="57936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A1E0D63-BA7A-269C-9607-D8990EDFA0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6293" y="1104498"/>
            <a:ext cx="7077871" cy="1789426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DD8E86A-6B85-4B18-0C87-B66E471DB348}"/>
                  </a:ext>
                </a:extLst>
              </p14:cNvPr>
              <p14:cNvContentPartPr/>
              <p14:nvPr/>
            </p14:nvContentPartPr>
            <p14:xfrm>
              <a:off x="6380925" y="3657651"/>
              <a:ext cx="1541880" cy="61236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DD8E86A-6B85-4B18-0C87-B66E471DB34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361845" y="3638571"/>
                <a:ext cx="1579680" cy="65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C034770E-B1F8-482B-0B8E-2257B954D4F9}"/>
                  </a:ext>
                </a:extLst>
              </p14:cNvPr>
              <p14:cNvContentPartPr/>
              <p14:nvPr/>
            </p14:nvContentPartPr>
            <p14:xfrm>
              <a:off x="7810845" y="4129971"/>
              <a:ext cx="178560" cy="21996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C034770E-B1F8-482B-0B8E-2257B954D4F9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802205" y="4120971"/>
                <a:ext cx="196200" cy="23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ADE4607C-83E1-CF57-0579-6454201688DD}"/>
                  </a:ext>
                </a:extLst>
              </p14:cNvPr>
              <p14:cNvContentPartPr/>
              <p14:nvPr/>
            </p14:nvContentPartPr>
            <p14:xfrm>
              <a:off x="9475485" y="5978571"/>
              <a:ext cx="360" cy="216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ADE4607C-83E1-CF57-0579-6454201688DD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9466845" y="5969571"/>
                <a:ext cx="18000" cy="19800"/>
              </a:xfrm>
              <a:prstGeom prst="rect">
                <a:avLst/>
              </a:prstGeom>
            </p:spPr>
          </p:pic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71690352-996E-1D2D-E381-719370D76A13}"/>
              </a:ext>
            </a:extLst>
          </p:cNvPr>
          <p:cNvSpPr/>
          <p:nvPr/>
        </p:nvSpPr>
        <p:spPr>
          <a:xfrm>
            <a:off x="8078875" y="3657651"/>
            <a:ext cx="4014929" cy="219621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When reading the file, permissions are ignored, allowing us to use a value of 0. When writing, we use the standard Unix file permissions of 0666 (even on Windows).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61914EEF-4958-0F33-D731-23104A6FE9D8}"/>
                  </a:ext>
                </a:extLst>
              </p14:cNvPr>
              <p14:cNvContentPartPr/>
              <p14:nvPr/>
            </p14:nvContentPartPr>
            <p14:xfrm>
              <a:off x="1678245" y="5827011"/>
              <a:ext cx="2350800" cy="68616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61914EEF-4958-0F33-D731-23104A6FE9D8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669245" y="5818371"/>
                <a:ext cx="2368440" cy="70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D09E6E82-319B-30E1-5BDC-6CE0A263A1F2}"/>
                  </a:ext>
                </a:extLst>
              </p14:cNvPr>
              <p14:cNvContentPartPr/>
              <p14:nvPr/>
            </p14:nvContentPartPr>
            <p14:xfrm>
              <a:off x="3918885" y="5767611"/>
              <a:ext cx="160920" cy="16992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D09E6E82-319B-30E1-5BDC-6CE0A263A1F2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3909885" y="5758971"/>
                <a:ext cx="178560" cy="187560"/>
              </a:xfrm>
              <a:prstGeom prst="rect">
                <a:avLst/>
              </a:prstGeom>
            </p:spPr>
          </p:pic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9CBF4BCE-456E-70A6-079D-ECCA94B29E8D}"/>
              </a:ext>
            </a:extLst>
          </p:cNvPr>
          <p:cNvSpPr txBox="1"/>
          <p:nvPr/>
        </p:nvSpPr>
        <p:spPr>
          <a:xfrm>
            <a:off x="3587289" y="5367501"/>
            <a:ext cx="23508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Don’t Forget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5422507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07460"/>
    </mc:Choice>
    <mc:Fallback>
      <p:transition spd="slow" advTm="20746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lumMod val="95000"/>
              </a:schemeClr>
            </a:gs>
            <a:gs pos="74000">
              <a:schemeClr val="bg1">
                <a:lumMod val="85000"/>
              </a:schemeClr>
            </a:gs>
            <a:gs pos="83000">
              <a:schemeClr val="bg1">
                <a:lumMod val="75000"/>
              </a:schemeClr>
            </a:gs>
            <a:gs pos="100000">
              <a:schemeClr val="bg1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C44728-37BF-0B62-821E-43A8F80ED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88A468-0EE1-9B9C-B2D5-960E7220FA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834" y="0"/>
            <a:ext cx="11996331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Go Files (Writing in file):</a:t>
            </a:r>
            <a:endParaRPr lang="en-US" sz="4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92B78E7C-69FB-09EC-CF12-3C15598E8A32}"/>
                  </a:ext>
                </a:extLst>
              </p14:cNvPr>
              <p14:cNvContentPartPr/>
              <p14:nvPr/>
            </p14:nvContentPartPr>
            <p14:xfrm>
              <a:off x="9475485" y="5978571"/>
              <a:ext cx="360" cy="216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92B78E7C-69FB-09EC-CF12-3C15598E8A3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66485" y="5969571"/>
                <a:ext cx="18000" cy="19800"/>
              </a:xfrm>
              <a:prstGeom prst="rect">
                <a:avLst/>
              </a:prstGeom>
            </p:spPr>
          </p:pic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170F4E2E-8DDD-623A-BC4E-A304BF43CF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85739" y="1170181"/>
            <a:ext cx="8420519" cy="531100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65639873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07460"/>
    </mc:Choice>
    <mc:Fallback>
      <p:transition spd="slow" advTm="207460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.6|40.3|25.2|40.6|10.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.6|40.3|25.2|40.6|10.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.6|40.3|25.2|40.6|10.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.6|40.3|25.2|40.6|10.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.6|40.3|25.2|40.6|10.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.6|40.3|25.2|40.6|10.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2171</TotalTime>
  <Words>215</Words>
  <Application>Microsoft Office PowerPoint</Application>
  <PresentationFormat>Widescreen</PresentationFormat>
  <Paragraphs>23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Times New Roman</vt:lpstr>
      <vt:lpstr>Office Theme</vt:lpstr>
      <vt:lpstr>PowerPoint Presentation</vt:lpstr>
      <vt:lpstr>What Are Files?</vt:lpstr>
      <vt:lpstr>The Go Files (Open files and read line by line):</vt:lpstr>
      <vt:lpstr>The Go Files (Open files and read line by line):</vt:lpstr>
      <vt:lpstr>The Go Files (read the whole content one time):</vt:lpstr>
      <vt:lpstr>The Go Files (Writing in file):</vt:lpstr>
      <vt:lpstr>The Go Files (Writing in file):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Al-Hassan Abdelhalim</dc:creator>
  <cp:lastModifiedBy>alHasan 20367648</cp:lastModifiedBy>
  <cp:revision>203</cp:revision>
  <dcterms:created xsi:type="dcterms:W3CDTF">2026-02-14T08:24:36Z</dcterms:created>
  <dcterms:modified xsi:type="dcterms:W3CDTF">2026-03-02T05:50:17Z</dcterms:modified>
</cp:coreProperties>
</file>