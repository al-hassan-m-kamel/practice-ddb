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7"/>
  </p:notesMasterIdLst>
  <p:sldIdLst>
    <p:sldId id="256" r:id="rId3"/>
    <p:sldId id="260" r:id="rId4"/>
    <p:sldId id="1387" r:id="rId5"/>
    <p:sldId id="1388" r:id="rId6"/>
    <p:sldId id="1389" r:id="rId7"/>
    <p:sldId id="280" r:id="rId8"/>
    <p:sldId id="264" r:id="rId9"/>
    <p:sldId id="257" r:id="rId10"/>
    <p:sldId id="268" r:id="rId11"/>
    <p:sldId id="269" r:id="rId12"/>
    <p:sldId id="270" r:id="rId13"/>
    <p:sldId id="271" r:id="rId14"/>
    <p:sldId id="272" r:id="rId15"/>
    <p:sldId id="273" r:id="rId16"/>
    <p:sldId id="1390" r:id="rId17"/>
    <p:sldId id="1391" r:id="rId18"/>
    <p:sldId id="274" r:id="rId19"/>
    <p:sldId id="275" r:id="rId20"/>
    <p:sldId id="276" r:id="rId21"/>
    <p:sldId id="277" r:id="rId22"/>
    <p:sldId id="278" r:id="rId23"/>
    <p:sldId id="1386" r:id="rId24"/>
    <p:sldId id="263" r:id="rId25"/>
    <p:sldId id="26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7" d="100"/>
          <a:sy n="77" d="100"/>
        </p:scale>
        <p:origin x="883"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FD0399-9623-4C90-B229-83C41ADB4AD3}" type="datetimeFigureOut">
              <a:rPr lang="en-US" smtClean="0"/>
              <a:t>3/30/2026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AE961E-D211-42A7-8616-28A60744FA7B}" type="slidenum">
              <a:rPr lang="en-US" smtClean="0"/>
              <a:t>‹#›</a:t>
            </a:fld>
            <a:endParaRPr lang="en-US"/>
          </a:p>
        </p:txBody>
      </p:sp>
    </p:spTree>
    <p:extLst>
      <p:ext uri="{BB962C8B-B14F-4D97-AF65-F5344CB8AC3E}">
        <p14:creationId xmlns:p14="http://schemas.microsoft.com/office/powerpoint/2010/main" val="18133559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AE961E-D211-42A7-8616-28A60744FA7B}" type="slidenum">
              <a:rPr lang="en-US" smtClean="0"/>
              <a:t>1</a:t>
            </a:fld>
            <a:endParaRPr lang="en-US"/>
          </a:p>
        </p:txBody>
      </p:sp>
    </p:spTree>
    <p:extLst>
      <p:ext uri="{BB962C8B-B14F-4D97-AF65-F5344CB8AC3E}">
        <p14:creationId xmlns:p14="http://schemas.microsoft.com/office/powerpoint/2010/main" val="1637580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98ACB-D65A-3A9D-A05D-6159DB141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1A0F70-3EFF-3FFF-E89F-A563B0EC5C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C41D65-48CA-44AF-CC40-A91C3A9761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616A-5DFB-204F-267F-AC3A9537541B}"/>
              </a:ext>
            </a:extLst>
          </p:cNvPr>
          <p:cNvSpPr>
            <a:spLocks noGrp="1"/>
          </p:cNvSpPr>
          <p:nvPr>
            <p:ph type="sldNum" sz="quarter" idx="5"/>
          </p:nvPr>
        </p:nvSpPr>
        <p:spPr/>
        <p:txBody>
          <a:bodyPr/>
          <a:lstStyle/>
          <a:p>
            <a:fld id="{6DAE961E-D211-42A7-8616-28A60744FA7B}" type="slidenum">
              <a:rPr lang="en-US" smtClean="0"/>
              <a:t>23</a:t>
            </a:fld>
            <a:endParaRPr lang="en-US"/>
          </a:p>
        </p:txBody>
      </p:sp>
    </p:spTree>
    <p:extLst>
      <p:ext uri="{BB962C8B-B14F-4D97-AF65-F5344CB8AC3E}">
        <p14:creationId xmlns:p14="http://schemas.microsoft.com/office/powerpoint/2010/main" val="28580622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E3508-B93A-FD27-CBDB-9FD33C331B6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DF3872C-AF62-CF18-7E8E-B6E9E65B98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8AAE2B-BC5A-63C7-6723-1721A3B9544A}"/>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5" name="Footer Placeholder 4">
            <a:extLst>
              <a:ext uri="{FF2B5EF4-FFF2-40B4-BE49-F238E27FC236}">
                <a16:creationId xmlns:a16="http://schemas.microsoft.com/office/drawing/2014/main" id="{076C7A8C-261F-1C11-D959-D25DE53680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B39B7F-8888-F4DD-DF2D-B79929CB45FD}"/>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30673019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76EF9-9615-DFA0-95EB-7922F53E6C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486666-895B-CD1D-529A-4FBC5D3122F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97EA79-2DB3-8988-821F-484E03C761B5}"/>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5" name="Footer Placeholder 4">
            <a:extLst>
              <a:ext uri="{FF2B5EF4-FFF2-40B4-BE49-F238E27FC236}">
                <a16:creationId xmlns:a16="http://schemas.microsoft.com/office/drawing/2014/main" id="{E82D0314-D58B-5C51-8589-F472DFEEF8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3A236D-73B8-FFA1-1F39-BFF595F10BBF}"/>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2199867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8E655-D3C9-7471-D65F-113CF28FC47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0DC034A-BBE5-D7D7-130E-3215262502F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DDC209F-377F-4747-6EDC-99C181358697}"/>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5" name="Footer Placeholder 4">
            <a:extLst>
              <a:ext uri="{FF2B5EF4-FFF2-40B4-BE49-F238E27FC236}">
                <a16:creationId xmlns:a16="http://schemas.microsoft.com/office/drawing/2014/main" id="{D0B7C5B2-87D4-7032-CAC1-D401F7BFA4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B82DB-08DF-9E21-C75A-A2F3784A3690}"/>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33250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51BEB-6CED-0A55-E6C7-15AE2988EE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49F73F0-86F4-5607-5A7B-5E38E17F71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F4928E6-7F98-334D-C30C-1054999A859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EC47717-01CC-A7C1-55A5-D9DEA3BDE419}"/>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6" name="Footer Placeholder 5">
            <a:extLst>
              <a:ext uri="{FF2B5EF4-FFF2-40B4-BE49-F238E27FC236}">
                <a16:creationId xmlns:a16="http://schemas.microsoft.com/office/drawing/2014/main" id="{5F0A398F-DFF3-050C-3EC1-BF6EDFCF02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06AB94-5797-135E-F699-D3EB6D974AB1}"/>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413892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0E1CD-1459-3429-0558-6AE95EE73B2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8FB5185-1CD4-A2C2-492F-3F84613FB71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00E9C5-71E7-6DEA-750B-FE662878643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00B88A-A31A-E726-5179-B4595FA44A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D3FAFB1-0A67-414F-E5CF-FEFC4F517DD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6F605AC-FA5F-23B6-8B6E-396A8349B35E}"/>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8" name="Footer Placeholder 7">
            <a:extLst>
              <a:ext uri="{FF2B5EF4-FFF2-40B4-BE49-F238E27FC236}">
                <a16:creationId xmlns:a16="http://schemas.microsoft.com/office/drawing/2014/main" id="{9A09453D-ACEF-8767-FFB9-562FC8847D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F7FE2C0-431E-4D23-7DC8-D54817553ADA}"/>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28537070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21B4B-0ADA-F5CC-2C2A-58B1E836B04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C38AD64-847D-F56F-9419-533A8926D0DC}"/>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4" name="Footer Placeholder 3">
            <a:extLst>
              <a:ext uri="{FF2B5EF4-FFF2-40B4-BE49-F238E27FC236}">
                <a16:creationId xmlns:a16="http://schemas.microsoft.com/office/drawing/2014/main" id="{1BE0BF4B-FA2B-02A9-60BF-0675B165B9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70D8168-95A0-B220-2BCC-7CBF4DB9AB08}"/>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1755870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DC7B7A-7B12-3600-E485-2538F23BE444}"/>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3" name="Footer Placeholder 2">
            <a:extLst>
              <a:ext uri="{FF2B5EF4-FFF2-40B4-BE49-F238E27FC236}">
                <a16:creationId xmlns:a16="http://schemas.microsoft.com/office/drawing/2014/main" id="{BCDD543C-279E-4B98-5EAF-96632E6904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B19D814-A6AA-3A48-3076-033E897DA682}"/>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1676656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8F62B-DCEC-3C7C-EFD2-246F696F7D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B141BF-97AD-E734-00CC-7C1A145470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B90DBF-305C-05DE-B293-221BCDD54A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801C14-5CBF-3F39-2051-71D04E6AC74E}"/>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6" name="Footer Placeholder 5">
            <a:extLst>
              <a:ext uri="{FF2B5EF4-FFF2-40B4-BE49-F238E27FC236}">
                <a16:creationId xmlns:a16="http://schemas.microsoft.com/office/drawing/2014/main" id="{E5C99B94-CC0F-8D6D-CF79-029A2C90A6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893E6-942F-96CC-C1BA-400E8586ADB6}"/>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2117376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FC6B7-D6C5-5ED6-2C0F-3AF69EB8B77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C63E1D2-4879-EF40-9C7F-D08AC846F3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91AC689-D840-E3EA-8700-E37DAA0EC2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8E478E-4D16-7E71-D48F-9F92635C6E8D}"/>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6" name="Footer Placeholder 5">
            <a:extLst>
              <a:ext uri="{FF2B5EF4-FFF2-40B4-BE49-F238E27FC236}">
                <a16:creationId xmlns:a16="http://schemas.microsoft.com/office/drawing/2014/main" id="{5E00F965-FC93-CC09-A141-081BC958F2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D1E2EE-AFD7-DCAB-5E1A-69D51FEC9591}"/>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985825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AEBE8-CDBB-438D-B243-57D09DA26F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CDC254C-74E0-1FA4-8F98-2EE5FFA7EA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BFE651-81B3-F111-D3D6-320FD15A9003}"/>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5" name="Footer Placeholder 4">
            <a:extLst>
              <a:ext uri="{FF2B5EF4-FFF2-40B4-BE49-F238E27FC236}">
                <a16:creationId xmlns:a16="http://schemas.microsoft.com/office/drawing/2014/main" id="{7ADDC064-7CC0-8843-DB23-FDFD456700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D4AF95-C433-2C87-987A-5B20A3924102}"/>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26495900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37BA77-65C2-4E5A-72F1-09ED7A638CF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A2D1CDA-DA4C-0D2E-D7E7-49F10C8C21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104D6-E91E-C27A-3776-78F3EDE847D8}"/>
              </a:ext>
            </a:extLst>
          </p:cNvPr>
          <p:cNvSpPr>
            <a:spLocks noGrp="1"/>
          </p:cNvSpPr>
          <p:nvPr>
            <p:ph type="dt" sz="half" idx="10"/>
          </p:nvPr>
        </p:nvSpPr>
        <p:spPr/>
        <p:txBody>
          <a:bodyPr/>
          <a:lstStyle/>
          <a:p>
            <a:fld id="{A8267377-EA9D-4B8A-BF60-1E651BE83BCD}" type="datetimeFigureOut">
              <a:rPr lang="en-US" smtClean="0"/>
              <a:t>3/30/2026</a:t>
            </a:fld>
            <a:endParaRPr lang="en-US"/>
          </a:p>
        </p:txBody>
      </p:sp>
      <p:sp>
        <p:nvSpPr>
          <p:cNvPr id="5" name="Footer Placeholder 4">
            <a:extLst>
              <a:ext uri="{FF2B5EF4-FFF2-40B4-BE49-F238E27FC236}">
                <a16:creationId xmlns:a16="http://schemas.microsoft.com/office/drawing/2014/main" id="{E6A5EC6D-4941-0F84-62AB-61D9677B16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DE8AFB-2736-2BE4-A04E-DEC8C01B55BA}"/>
              </a:ext>
            </a:extLst>
          </p:cNvPr>
          <p:cNvSpPr>
            <a:spLocks noGrp="1"/>
          </p:cNvSpPr>
          <p:nvPr>
            <p:ph type="sldNum" sz="quarter" idx="12"/>
          </p:nvPr>
        </p:nvSpPr>
        <p:spPr/>
        <p:txBody>
          <a:bodyPr/>
          <a:lstStyle/>
          <a:p>
            <a:fld id="{EE9659A6-3F4D-4EFE-B5F4-05A25298E61A}" type="slidenum">
              <a:rPr lang="en-US" smtClean="0"/>
              <a:t>‹#›</a:t>
            </a:fld>
            <a:endParaRPr lang="en-US"/>
          </a:p>
        </p:txBody>
      </p:sp>
    </p:spTree>
    <p:extLst>
      <p:ext uri="{BB962C8B-B14F-4D97-AF65-F5344CB8AC3E}">
        <p14:creationId xmlns:p14="http://schemas.microsoft.com/office/powerpoint/2010/main" val="39896712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87280-7F0F-4933-A8E3-F361E2D93DC9}"/>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en-US"/>
              <a:t>Click to edit Master title style</a:t>
            </a:r>
          </a:p>
        </p:txBody>
      </p:sp>
      <p:sp>
        <p:nvSpPr>
          <p:cNvPr id="3" name="Subtitle 2">
            <a:extLst>
              <a:ext uri="{FF2B5EF4-FFF2-40B4-BE49-F238E27FC236}">
                <a16:creationId xmlns:a16="http://schemas.microsoft.com/office/drawing/2014/main" id="{35E40E25-B824-4B1F-898C-B17518CF3F55}"/>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en-US"/>
              <a:t>Click to edit Master subtitle style</a:t>
            </a:r>
          </a:p>
        </p:txBody>
      </p:sp>
      <p:sp>
        <p:nvSpPr>
          <p:cNvPr id="4" name="Date Placeholder 3">
            <a:extLst>
              <a:ext uri="{FF2B5EF4-FFF2-40B4-BE49-F238E27FC236}">
                <a16:creationId xmlns:a16="http://schemas.microsoft.com/office/drawing/2014/main" id="{87D9781D-06AD-4B59-8989-35277DE3C9F3}"/>
              </a:ext>
            </a:extLst>
          </p:cNvPr>
          <p:cNvSpPr txBox="1">
            <a:spLocks noGrp="1"/>
          </p:cNvSpPr>
          <p:nvPr>
            <p:ph type="dt" sz="half" idx="7"/>
          </p:nvPr>
        </p:nvSpPr>
        <p:spPr/>
        <p:txBody>
          <a:bodyPr/>
          <a:lstStyle>
            <a:lvl1pPr>
              <a:defRPr/>
            </a:lvl1pPr>
          </a:lstStyle>
          <a:p>
            <a:pPr lvl="0"/>
            <a:fld id="{D02AA58B-D568-476F-BF7F-10324DEE0B65}" type="datetime1">
              <a:rPr lang="en-US"/>
              <a:pPr lvl="0"/>
              <a:t>3/30/2026</a:t>
            </a:fld>
            <a:endParaRPr lang="en-US"/>
          </a:p>
        </p:txBody>
      </p:sp>
      <p:sp>
        <p:nvSpPr>
          <p:cNvPr id="5" name="Footer Placeholder 4">
            <a:extLst>
              <a:ext uri="{FF2B5EF4-FFF2-40B4-BE49-F238E27FC236}">
                <a16:creationId xmlns:a16="http://schemas.microsoft.com/office/drawing/2014/main" id="{938C7E35-1A85-480A-B1E7-AA4A13A96CA1}"/>
              </a:ext>
            </a:extLst>
          </p:cNvPr>
          <p:cNvSpPr txBox="1">
            <a:spLocks noGrp="1"/>
          </p:cNvSpPr>
          <p:nvPr>
            <p:ph type="ftr" sz="quarter" idx="9"/>
          </p:nvPr>
        </p:nvSpPr>
        <p:spPr/>
        <p:txBody>
          <a:bodyPr/>
          <a:lstStyle>
            <a:lvl1pPr>
              <a:defRPr/>
            </a:lvl1pPr>
          </a:lstStyle>
          <a:p>
            <a:pPr lvl="0"/>
            <a:endParaRPr lang="en-US"/>
          </a:p>
        </p:txBody>
      </p:sp>
      <p:sp>
        <p:nvSpPr>
          <p:cNvPr id="6" name="Slide Number Placeholder 5">
            <a:extLst>
              <a:ext uri="{FF2B5EF4-FFF2-40B4-BE49-F238E27FC236}">
                <a16:creationId xmlns:a16="http://schemas.microsoft.com/office/drawing/2014/main" id="{031C76F6-9D1F-443E-9743-1B93C66A9EC5}"/>
              </a:ext>
            </a:extLst>
          </p:cNvPr>
          <p:cNvSpPr txBox="1">
            <a:spLocks noGrp="1"/>
          </p:cNvSpPr>
          <p:nvPr>
            <p:ph type="sldNum" sz="quarter" idx="8"/>
          </p:nvPr>
        </p:nvSpPr>
        <p:spPr/>
        <p:txBody>
          <a:bodyPr/>
          <a:lstStyle>
            <a:lvl1pPr>
              <a:defRPr/>
            </a:lvl1pPr>
          </a:lstStyle>
          <a:p>
            <a:pPr lvl="0"/>
            <a:fld id="{CB587A9A-488B-4935-98F4-3D851367A7E9}" type="slidenum">
              <a:t>‹#›</a:t>
            </a:fld>
            <a:endParaRPr lang="en-US"/>
          </a:p>
        </p:txBody>
      </p:sp>
    </p:spTree>
    <p:extLst>
      <p:ext uri="{BB962C8B-B14F-4D97-AF65-F5344CB8AC3E}">
        <p14:creationId xmlns:p14="http://schemas.microsoft.com/office/powerpoint/2010/main" val="1265746578"/>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F39C1-14C5-422C-B4FA-EE4F5D4643B2}"/>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15376CAD-F7C2-4292-8240-17ABAFFF9CF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A0F5C1-E20E-4FC4-913C-90118785426C}"/>
              </a:ext>
            </a:extLst>
          </p:cNvPr>
          <p:cNvSpPr txBox="1">
            <a:spLocks noGrp="1"/>
          </p:cNvSpPr>
          <p:nvPr>
            <p:ph type="dt" sz="half" idx="7"/>
          </p:nvPr>
        </p:nvSpPr>
        <p:spPr/>
        <p:txBody>
          <a:bodyPr/>
          <a:lstStyle>
            <a:lvl1pPr>
              <a:defRPr/>
            </a:lvl1pPr>
          </a:lstStyle>
          <a:p>
            <a:pPr lvl="0"/>
            <a:fld id="{757648F8-21C8-45DF-81CA-C87783427EED}" type="datetime1">
              <a:rPr lang="en-US"/>
              <a:pPr lvl="0"/>
              <a:t>3/30/2026</a:t>
            </a:fld>
            <a:endParaRPr lang="en-US"/>
          </a:p>
        </p:txBody>
      </p:sp>
      <p:sp>
        <p:nvSpPr>
          <p:cNvPr id="5" name="Footer Placeholder 4">
            <a:extLst>
              <a:ext uri="{FF2B5EF4-FFF2-40B4-BE49-F238E27FC236}">
                <a16:creationId xmlns:a16="http://schemas.microsoft.com/office/drawing/2014/main" id="{97811E43-4F81-4EC1-BB18-36E77E44B727}"/>
              </a:ext>
            </a:extLst>
          </p:cNvPr>
          <p:cNvSpPr txBox="1">
            <a:spLocks noGrp="1"/>
          </p:cNvSpPr>
          <p:nvPr>
            <p:ph type="ftr" sz="quarter" idx="9"/>
          </p:nvPr>
        </p:nvSpPr>
        <p:spPr/>
        <p:txBody>
          <a:bodyPr/>
          <a:lstStyle>
            <a:lvl1pPr>
              <a:defRPr/>
            </a:lvl1pPr>
          </a:lstStyle>
          <a:p>
            <a:pPr lvl="0"/>
            <a:endParaRPr lang="en-US"/>
          </a:p>
        </p:txBody>
      </p:sp>
      <p:sp>
        <p:nvSpPr>
          <p:cNvPr id="6" name="Slide Number Placeholder 5">
            <a:extLst>
              <a:ext uri="{FF2B5EF4-FFF2-40B4-BE49-F238E27FC236}">
                <a16:creationId xmlns:a16="http://schemas.microsoft.com/office/drawing/2014/main" id="{2C3BD79E-B8A1-4E1C-9A58-9BF87A8E7E11}"/>
              </a:ext>
            </a:extLst>
          </p:cNvPr>
          <p:cNvSpPr txBox="1">
            <a:spLocks noGrp="1"/>
          </p:cNvSpPr>
          <p:nvPr>
            <p:ph type="sldNum" sz="quarter" idx="8"/>
          </p:nvPr>
        </p:nvSpPr>
        <p:spPr/>
        <p:txBody>
          <a:bodyPr/>
          <a:lstStyle>
            <a:lvl1pPr>
              <a:defRPr/>
            </a:lvl1pPr>
          </a:lstStyle>
          <a:p>
            <a:pPr lvl="0"/>
            <a:fld id="{C5F78BE1-AFA9-4EBB-9816-663B17F344DD}" type="slidenum">
              <a:t>‹#›</a:t>
            </a:fld>
            <a:endParaRPr lang="en-US"/>
          </a:p>
        </p:txBody>
      </p:sp>
    </p:spTree>
    <p:extLst>
      <p:ext uri="{BB962C8B-B14F-4D97-AF65-F5344CB8AC3E}">
        <p14:creationId xmlns:p14="http://schemas.microsoft.com/office/powerpoint/2010/main" val="250288159"/>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5FF-793A-496C-BE7F-499D5245B28D}"/>
              </a:ext>
            </a:extLst>
          </p:cNvPr>
          <p:cNvSpPr txBox="1">
            <a:spLocks noGrp="1"/>
          </p:cNvSpPr>
          <p:nvPr>
            <p:ph type="title"/>
          </p:nvPr>
        </p:nvSpPr>
        <p:spPr>
          <a:xfrm>
            <a:off x="831847" y="1709735"/>
            <a:ext cx="10515600" cy="2852735"/>
          </a:xfrm>
        </p:spPr>
        <p:txBody>
          <a:bodyPr anchor="b"/>
          <a:lstStyle>
            <a:lvl1pPr>
              <a:defRPr sz="6000"/>
            </a:lvl1pPr>
          </a:lstStyle>
          <a:p>
            <a:pPr lvl="0"/>
            <a:r>
              <a:rPr lang="en-US"/>
              <a:t>Click to edit Master title style</a:t>
            </a:r>
          </a:p>
        </p:txBody>
      </p:sp>
      <p:sp>
        <p:nvSpPr>
          <p:cNvPr id="3" name="Text Placeholder 2">
            <a:extLst>
              <a:ext uri="{FF2B5EF4-FFF2-40B4-BE49-F238E27FC236}">
                <a16:creationId xmlns:a16="http://schemas.microsoft.com/office/drawing/2014/main" id="{3FBDD8DA-C7FE-4269-9839-6E058B9E081E}"/>
              </a:ext>
            </a:extLst>
          </p:cNvPr>
          <p:cNvSpPr txBox="1">
            <a:spLocks noGrp="1"/>
          </p:cNvSpPr>
          <p:nvPr>
            <p:ph type="body" idx="1"/>
          </p:nvPr>
        </p:nvSpPr>
        <p:spPr>
          <a:xfrm>
            <a:off x="831847" y="4589465"/>
            <a:ext cx="10515600" cy="1500182"/>
          </a:xfrm>
        </p:spPr>
        <p:txBody>
          <a:bodyPr/>
          <a:lstStyle>
            <a:lvl1pPr marL="0" indent="0">
              <a:buNone/>
              <a:defRPr sz="2400">
                <a:solidFill>
                  <a:srgbClr val="898989"/>
                </a:solidFill>
              </a:defRPr>
            </a:lvl1pPr>
          </a:lstStyle>
          <a:p>
            <a:pPr lvl="0"/>
            <a:r>
              <a:rPr lang="en-US"/>
              <a:t>Click to edit Master text styles</a:t>
            </a:r>
          </a:p>
        </p:txBody>
      </p:sp>
      <p:sp>
        <p:nvSpPr>
          <p:cNvPr id="4" name="Date Placeholder 3">
            <a:extLst>
              <a:ext uri="{FF2B5EF4-FFF2-40B4-BE49-F238E27FC236}">
                <a16:creationId xmlns:a16="http://schemas.microsoft.com/office/drawing/2014/main" id="{A4046C3C-599B-48C8-8854-5286D6148753}"/>
              </a:ext>
            </a:extLst>
          </p:cNvPr>
          <p:cNvSpPr txBox="1">
            <a:spLocks noGrp="1"/>
          </p:cNvSpPr>
          <p:nvPr>
            <p:ph type="dt" sz="half" idx="7"/>
          </p:nvPr>
        </p:nvSpPr>
        <p:spPr/>
        <p:txBody>
          <a:bodyPr/>
          <a:lstStyle>
            <a:lvl1pPr>
              <a:defRPr/>
            </a:lvl1pPr>
          </a:lstStyle>
          <a:p>
            <a:pPr lvl="0"/>
            <a:fld id="{7A0F1BCB-9DFC-43EF-98A7-CEF2D59D10F8}" type="datetime1">
              <a:rPr lang="en-US"/>
              <a:pPr lvl="0"/>
              <a:t>3/30/2026</a:t>
            </a:fld>
            <a:endParaRPr lang="en-US"/>
          </a:p>
        </p:txBody>
      </p:sp>
      <p:sp>
        <p:nvSpPr>
          <p:cNvPr id="5" name="Footer Placeholder 4">
            <a:extLst>
              <a:ext uri="{FF2B5EF4-FFF2-40B4-BE49-F238E27FC236}">
                <a16:creationId xmlns:a16="http://schemas.microsoft.com/office/drawing/2014/main" id="{CC2E28CC-C47B-4F76-977B-7BE5F49014A9}"/>
              </a:ext>
            </a:extLst>
          </p:cNvPr>
          <p:cNvSpPr txBox="1">
            <a:spLocks noGrp="1"/>
          </p:cNvSpPr>
          <p:nvPr>
            <p:ph type="ftr" sz="quarter" idx="9"/>
          </p:nvPr>
        </p:nvSpPr>
        <p:spPr/>
        <p:txBody>
          <a:bodyPr/>
          <a:lstStyle>
            <a:lvl1pPr>
              <a:defRPr/>
            </a:lvl1pPr>
          </a:lstStyle>
          <a:p>
            <a:pPr lvl="0"/>
            <a:endParaRPr lang="en-US"/>
          </a:p>
        </p:txBody>
      </p:sp>
      <p:sp>
        <p:nvSpPr>
          <p:cNvPr id="6" name="Slide Number Placeholder 5">
            <a:extLst>
              <a:ext uri="{FF2B5EF4-FFF2-40B4-BE49-F238E27FC236}">
                <a16:creationId xmlns:a16="http://schemas.microsoft.com/office/drawing/2014/main" id="{214CF6FC-3B17-48D2-A651-F2FC6A11B472}"/>
              </a:ext>
            </a:extLst>
          </p:cNvPr>
          <p:cNvSpPr txBox="1">
            <a:spLocks noGrp="1"/>
          </p:cNvSpPr>
          <p:nvPr>
            <p:ph type="sldNum" sz="quarter" idx="8"/>
          </p:nvPr>
        </p:nvSpPr>
        <p:spPr/>
        <p:txBody>
          <a:bodyPr/>
          <a:lstStyle>
            <a:lvl1pPr>
              <a:defRPr/>
            </a:lvl1pPr>
          </a:lstStyle>
          <a:p>
            <a:pPr lvl="0"/>
            <a:fld id="{D66E9059-0E35-4728-9B66-6627472C09C4}" type="slidenum">
              <a:t>‹#›</a:t>
            </a:fld>
            <a:endParaRPr lang="en-US"/>
          </a:p>
        </p:txBody>
      </p:sp>
    </p:spTree>
    <p:extLst>
      <p:ext uri="{BB962C8B-B14F-4D97-AF65-F5344CB8AC3E}">
        <p14:creationId xmlns:p14="http://schemas.microsoft.com/office/powerpoint/2010/main" val="62217710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D9AD3-B423-497B-A8CB-4C6E5F683752}"/>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C9357F41-3325-4F1D-BCC5-464FB6DAD7BA}"/>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C273A6E-2291-4D1D-94D3-7CD389F1497C}"/>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FEF57B-011B-411E-8F46-2AC1D94EA74C}"/>
              </a:ext>
            </a:extLst>
          </p:cNvPr>
          <p:cNvSpPr txBox="1">
            <a:spLocks noGrp="1"/>
          </p:cNvSpPr>
          <p:nvPr>
            <p:ph type="dt" sz="half" idx="7"/>
          </p:nvPr>
        </p:nvSpPr>
        <p:spPr/>
        <p:txBody>
          <a:bodyPr/>
          <a:lstStyle>
            <a:lvl1pPr>
              <a:defRPr/>
            </a:lvl1pPr>
          </a:lstStyle>
          <a:p>
            <a:pPr lvl="0"/>
            <a:fld id="{93A4D1B5-3D7C-4F48-840F-0770907E16B6}" type="datetime1">
              <a:rPr lang="en-US"/>
              <a:pPr lvl="0"/>
              <a:t>3/30/2026</a:t>
            </a:fld>
            <a:endParaRPr lang="en-US"/>
          </a:p>
        </p:txBody>
      </p:sp>
      <p:sp>
        <p:nvSpPr>
          <p:cNvPr id="6" name="Footer Placeholder 5">
            <a:extLst>
              <a:ext uri="{FF2B5EF4-FFF2-40B4-BE49-F238E27FC236}">
                <a16:creationId xmlns:a16="http://schemas.microsoft.com/office/drawing/2014/main" id="{41E36286-2B47-4D59-814C-12D070F57117}"/>
              </a:ext>
            </a:extLst>
          </p:cNvPr>
          <p:cNvSpPr txBox="1">
            <a:spLocks noGrp="1"/>
          </p:cNvSpPr>
          <p:nvPr>
            <p:ph type="ftr" sz="quarter" idx="9"/>
          </p:nvPr>
        </p:nvSpPr>
        <p:spPr/>
        <p:txBody>
          <a:bodyPr/>
          <a:lstStyle>
            <a:lvl1pPr>
              <a:defRPr/>
            </a:lvl1pPr>
          </a:lstStyle>
          <a:p>
            <a:pPr lvl="0"/>
            <a:endParaRPr lang="en-US"/>
          </a:p>
        </p:txBody>
      </p:sp>
      <p:sp>
        <p:nvSpPr>
          <p:cNvPr id="7" name="Slide Number Placeholder 6">
            <a:extLst>
              <a:ext uri="{FF2B5EF4-FFF2-40B4-BE49-F238E27FC236}">
                <a16:creationId xmlns:a16="http://schemas.microsoft.com/office/drawing/2014/main" id="{E3CBE3ED-8E60-4AEB-9ABA-B2D5E17F24E0}"/>
              </a:ext>
            </a:extLst>
          </p:cNvPr>
          <p:cNvSpPr txBox="1">
            <a:spLocks noGrp="1"/>
          </p:cNvSpPr>
          <p:nvPr>
            <p:ph type="sldNum" sz="quarter" idx="8"/>
          </p:nvPr>
        </p:nvSpPr>
        <p:spPr/>
        <p:txBody>
          <a:bodyPr/>
          <a:lstStyle>
            <a:lvl1pPr>
              <a:defRPr/>
            </a:lvl1pPr>
          </a:lstStyle>
          <a:p>
            <a:pPr lvl="0"/>
            <a:fld id="{02291AAE-522F-4D42-AFA3-9F8432DC54A4}" type="slidenum">
              <a:t>‹#›</a:t>
            </a:fld>
            <a:endParaRPr lang="en-US"/>
          </a:p>
        </p:txBody>
      </p:sp>
    </p:spTree>
    <p:extLst>
      <p:ext uri="{BB962C8B-B14F-4D97-AF65-F5344CB8AC3E}">
        <p14:creationId xmlns:p14="http://schemas.microsoft.com/office/powerpoint/2010/main" val="36207739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83F46-65E1-4024-9C57-E8C36C236AC3}"/>
              </a:ext>
            </a:extLst>
          </p:cNvPr>
          <p:cNvSpPr txBox="1">
            <a:spLocks noGrp="1"/>
          </p:cNvSpPr>
          <p:nvPr>
            <p:ph type="title"/>
          </p:nvPr>
        </p:nvSpPr>
        <p:spPr>
          <a:xfrm>
            <a:off x="839784" y="365129"/>
            <a:ext cx="10515600" cy="1325559"/>
          </a:xfrm>
        </p:spPr>
        <p:txBody>
          <a:bodyPr/>
          <a:lstStyle>
            <a:lvl1pPr>
              <a:defRPr/>
            </a:lvl1pPr>
          </a:lstStyle>
          <a:p>
            <a:pPr lvl="0"/>
            <a:r>
              <a:rPr lang="en-US"/>
              <a:t>Click to edit Master title style</a:t>
            </a:r>
          </a:p>
        </p:txBody>
      </p:sp>
      <p:sp>
        <p:nvSpPr>
          <p:cNvPr id="3" name="Text Placeholder 2">
            <a:extLst>
              <a:ext uri="{FF2B5EF4-FFF2-40B4-BE49-F238E27FC236}">
                <a16:creationId xmlns:a16="http://schemas.microsoft.com/office/drawing/2014/main" id="{10F85417-C1D7-4C61-9139-422CD1EC44E0}"/>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en-US"/>
              <a:t>Click to edit Master text styles</a:t>
            </a:r>
          </a:p>
        </p:txBody>
      </p:sp>
      <p:sp>
        <p:nvSpPr>
          <p:cNvPr id="4" name="Content Placeholder 3">
            <a:extLst>
              <a:ext uri="{FF2B5EF4-FFF2-40B4-BE49-F238E27FC236}">
                <a16:creationId xmlns:a16="http://schemas.microsoft.com/office/drawing/2014/main" id="{44E42E2C-7FF1-4FD1-B414-6859AB325CC2}"/>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B7B72EC-FD17-41E3-800B-7EEDB5E34F01}"/>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en-US"/>
              <a:t>Click to edit Master text styles</a:t>
            </a:r>
          </a:p>
        </p:txBody>
      </p:sp>
      <p:sp>
        <p:nvSpPr>
          <p:cNvPr id="6" name="Content Placeholder 5">
            <a:extLst>
              <a:ext uri="{FF2B5EF4-FFF2-40B4-BE49-F238E27FC236}">
                <a16:creationId xmlns:a16="http://schemas.microsoft.com/office/drawing/2014/main" id="{0440D5E9-2E31-4992-B2FC-CF0B89EF29C8}"/>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CE8798-9212-42F0-AC62-8003DF7B0A98}"/>
              </a:ext>
            </a:extLst>
          </p:cNvPr>
          <p:cNvSpPr txBox="1">
            <a:spLocks noGrp="1"/>
          </p:cNvSpPr>
          <p:nvPr>
            <p:ph type="dt" sz="half" idx="7"/>
          </p:nvPr>
        </p:nvSpPr>
        <p:spPr/>
        <p:txBody>
          <a:bodyPr/>
          <a:lstStyle>
            <a:lvl1pPr>
              <a:defRPr/>
            </a:lvl1pPr>
          </a:lstStyle>
          <a:p>
            <a:pPr lvl="0"/>
            <a:fld id="{D0E0F18D-1183-4888-A2DF-0B868FFDDF88}" type="datetime1">
              <a:rPr lang="en-US"/>
              <a:pPr lvl="0"/>
              <a:t>3/30/2026</a:t>
            </a:fld>
            <a:endParaRPr lang="en-US"/>
          </a:p>
        </p:txBody>
      </p:sp>
      <p:sp>
        <p:nvSpPr>
          <p:cNvPr id="8" name="Footer Placeholder 7">
            <a:extLst>
              <a:ext uri="{FF2B5EF4-FFF2-40B4-BE49-F238E27FC236}">
                <a16:creationId xmlns:a16="http://schemas.microsoft.com/office/drawing/2014/main" id="{812EA93C-9BBA-49CD-B794-5D885CE2BABE}"/>
              </a:ext>
            </a:extLst>
          </p:cNvPr>
          <p:cNvSpPr txBox="1">
            <a:spLocks noGrp="1"/>
          </p:cNvSpPr>
          <p:nvPr>
            <p:ph type="ftr" sz="quarter" idx="9"/>
          </p:nvPr>
        </p:nvSpPr>
        <p:spPr/>
        <p:txBody>
          <a:bodyPr/>
          <a:lstStyle>
            <a:lvl1pPr>
              <a:defRPr/>
            </a:lvl1pPr>
          </a:lstStyle>
          <a:p>
            <a:pPr lvl="0"/>
            <a:endParaRPr lang="en-US"/>
          </a:p>
        </p:txBody>
      </p:sp>
      <p:sp>
        <p:nvSpPr>
          <p:cNvPr id="9" name="Slide Number Placeholder 8">
            <a:extLst>
              <a:ext uri="{FF2B5EF4-FFF2-40B4-BE49-F238E27FC236}">
                <a16:creationId xmlns:a16="http://schemas.microsoft.com/office/drawing/2014/main" id="{E5B3EE76-D747-4797-899E-596AE83ADF9F}"/>
              </a:ext>
            </a:extLst>
          </p:cNvPr>
          <p:cNvSpPr txBox="1">
            <a:spLocks noGrp="1"/>
          </p:cNvSpPr>
          <p:nvPr>
            <p:ph type="sldNum" sz="quarter" idx="8"/>
          </p:nvPr>
        </p:nvSpPr>
        <p:spPr/>
        <p:txBody>
          <a:bodyPr/>
          <a:lstStyle>
            <a:lvl1pPr>
              <a:defRPr/>
            </a:lvl1pPr>
          </a:lstStyle>
          <a:p>
            <a:pPr lvl="0"/>
            <a:fld id="{F7DC73BE-BA56-4216-AC74-488F091A3242}" type="slidenum">
              <a:t>‹#›</a:t>
            </a:fld>
            <a:endParaRPr lang="en-US"/>
          </a:p>
        </p:txBody>
      </p:sp>
    </p:spTree>
    <p:extLst>
      <p:ext uri="{BB962C8B-B14F-4D97-AF65-F5344CB8AC3E}">
        <p14:creationId xmlns:p14="http://schemas.microsoft.com/office/powerpoint/2010/main" val="33688307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3F0A6-8BBF-43DE-8EA2-40998B3A46F7}"/>
              </a:ext>
            </a:extLst>
          </p:cNvPr>
          <p:cNvSpPr txBox="1">
            <a:spLocks noGrp="1"/>
          </p:cNvSpPr>
          <p:nvPr>
            <p:ph type="title"/>
          </p:nvPr>
        </p:nvSpPr>
        <p:spPr/>
        <p:txBody>
          <a:bodyPr/>
          <a:lstStyle>
            <a:lvl1pPr>
              <a:defRPr/>
            </a:lvl1pPr>
          </a:lstStyle>
          <a:p>
            <a:pPr lvl="0"/>
            <a:r>
              <a:rPr lang="en-US"/>
              <a:t>Click to edit Master title style</a:t>
            </a:r>
          </a:p>
        </p:txBody>
      </p:sp>
      <p:sp>
        <p:nvSpPr>
          <p:cNvPr id="3" name="Date Placeholder 2">
            <a:extLst>
              <a:ext uri="{FF2B5EF4-FFF2-40B4-BE49-F238E27FC236}">
                <a16:creationId xmlns:a16="http://schemas.microsoft.com/office/drawing/2014/main" id="{E1028798-A29D-4965-920E-4ED4EE6C0513}"/>
              </a:ext>
            </a:extLst>
          </p:cNvPr>
          <p:cNvSpPr txBox="1">
            <a:spLocks noGrp="1"/>
          </p:cNvSpPr>
          <p:nvPr>
            <p:ph type="dt" sz="half" idx="7"/>
          </p:nvPr>
        </p:nvSpPr>
        <p:spPr/>
        <p:txBody>
          <a:bodyPr/>
          <a:lstStyle>
            <a:lvl1pPr>
              <a:defRPr/>
            </a:lvl1pPr>
          </a:lstStyle>
          <a:p>
            <a:pPr lvl="0"/>
            <a:fld id="{D9A110F6-6C47-464C-9D14-68064E8AD8EB}" type="datetime1">
              <a:rPr lang="en-US"/>
              <a:pPr lvl="0"/>
              <a:t>3/30/2026</a:t>
            </a:fld>
            <a:endParaRPr lang="en-US"/>
          </a:p>
        </p:txBody>
      </p:sp>
      <p:sp>
        <p:nvSpPr>
          <p:cNvPr id="4" name="Footer Placeholder 3">
            <a:extLst>
              <a:ext uri="{FF2B5EF4-FFF2-40B4-BE49-F238E27FC236}">
                <a16:creationId xmlns:a16="http://schemas.microsoft.com/office/drawing/2014/main" id="{2B462AFE-E3E8-4D5B-9F04-8F75F16CFFDA}"/>
              </a:ext>
            </a:extLst>
          </p:cNvPr>
          <p:cNvSpPr txBox="1">
            <a:spLocks noGrp="1"/>
          </p:cNvSpPr>
          <p:nvPr>
            <p:ph type="ftr" sz="quarter" idx="9"/>
          </p:nvPr>
        </p:nvSpPr>
        <p:spPr/>
        <p:txBody>
          <a:bodyPr/>
          <a:lstStyle>
            <a:lvl1pPr>
              <a:defRPr/>
            </a:lvl1pPr>
          </a:lstStyle>
          <a:p>
            <a:pPr lvl="0"/>
            <a:endParaRPr lang="en-US"/>
          </a:p>
        </p:txBody>
      </p:sp>
      <p:sp>
        <p:nvSpPr>
          <p:cNvPr id="5" name="Slide Number Placeholder 4">
            <a:extLst>
              <a:ext uri="{FF2B5EF4-FFF2-40B4-BE49-F238E27FC236}">
                <a16:creationId xmlns:a16="http://schemas.microsoft.com/office/drawing/2014/main" id="{A6141EA0-457F-46C2-9408-F0BDAC47F3B9}"/>
              </a:ext>
            </a:extLst>
          </p:cNvPr>
          <p:cNvSpPr txBox="1">
            <a:spLocks noGrp="1"/>
          </p:cNvSpPr>
          <p:nvPr>
            <p:ph type="sldNum" sz="quarter" idx="8"/>
          </p:nvPr>
        </p:nvSpPr>
        <p:spPr/>
        <p:txBody>
          <a:bodyPr/>
          <a:lstStyle>
            <a:lvl1pPr>
              <a:defRPr/>
            </a:lvl1pPr>
          </a:lstStyle>
          <a:p>
            <a:pPr lvl="0"/>
            <a:fld id="{B11EE2ED-8E56-4731-9104-F0AB5C156054}" type="slidenum">
              <a:t>‹#›</a:t>
            </a:fld>
            <a:endParaRPr lang="en-US"/>
          </a:p>
        </p:txBody>
      </p:sp>
    </p:spTree>
    <p:extLst>
      <p:ext uri="{BB962C8B-B14F-4D97-AF65-F5344CB8AC3E}">
        <p14:creationId xmlns:p14="http://schemas.microsoft.com/office/powerpoint/2010/main" val="732667780"/>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C05E1B-FA7D-4557-B65F-DBA0A2F8E8C8}"/>
              </a:ext>
            </a:extLst>
          </p:cNvPr>
          <p:cNvSpPr txBox="1">
            <a:spLocks noGrp="1"/>
          </p:cNvSpPr>
          <p:nvPr>
            <p:ph type="dt" sz="half" idx="7"/>
          </p:nvPr>
        </p:nvSpPr>
        <p:spPr/>
        <p:txBody>
          <a:bodyPr/>
          <a:lstStyle>
            <a:lvl1pPr>
              <a:defRPr/>
            </a:lvl1pPr>
          </a:lstStyle>
          <a:p>
            <a:pPr lvl="0"/>
            <a:fld id="{95B522A5-E5BC-43CE-9C2C-3D97B922FE40}" type="datetime1">
              <a:rPr lang="en-US"/>
              <a:pPr lvl="0"/>
              <a:t>3/30/2026</a:t>
            </a:fld>
            <a:endParaRPr lang="en-US"/>
          </a:p>
        </p:txBody>
      </p:sp>
      <p:sp>
        <p:nvSpPr>
          <p:cNvPr id="3" name="Footer Placeholder 2">
            <a:extLst>
              <a:ext uri="{FF2B5EF4-FFF2-40B4-BE49-F238E27FC236}">
                <a16:creationId xmlns:a16="http://schemas.microsoft.com/office/drawing/2014/main" id="{17EFEEBF-053C-40AA-9027-494ADA6E7B24}"/>
              </a:ext>
            </a:extLst>
          </p:cNvPr>
          <p:cNvSpPr txBox="1">
            <a:spLocks noGrp="1"/>
          </p:cNvSpPr>
          <p:nvPr>
            <p:ph type="ftr" sz="quarter" idx="9"/>
          </p:nvPr>
        </p:nvSpPr>
        <p:spPr/>
        <p:txBody>
          <a:bodyPr/>
          <a:lstStyle>
            <a:lvl1pPr>
              <a:defRPr/>
            </a:lvl1pPr>
          </a:lstStyle>
          <a:p>
            <a:pPr lvl="0"/>
            <a:endParaRPr lang="en-US"/>
          </a:p>
        </p:txBody>
      </p:sp>
      <p:sp>
        <p:nvSpPr>
          <p:cNvPr id="4" name="Slide Number Placeholder 3">
            <a:extLst>
              <a:ext uri="{FF2B5EF4-FFF2-40B4-BE49-F238E27FC236}">
                <a16:creationId xmlns:a16="http://schemas.microsoft.com/office/drawing/2014/main" id="{073B216B-94A0-4601-A0FD-4AB0E1447D7A}"/>
              </a:ext>
            </a:extLst>
          </p:cNvPr>
          <p:cNvSpPr txBox="1">
            <a:spLocks noGrp="1"/>
          </p:cNvSpPr>
          <p:nvPr>
            <p:ph type="sldNum" sz="quarter" idx="8"/>
          </p:nvPr>
        </p:nvSpPr>
        <p:spPr/>
        <p:txBody>
          <a:bodyPr/>
          <a:lstStyle>
            <a:lvl1pPr>
              <a:defRPr/>
            </a:lvl1pPr>
          </a:lstStyle>
          <a:p>
            <a:pPr lvl="0"/>
            <a:fld id="{F52AA05B-DD1F-4A61-BB83-2B182372435D}" type="slidenum">
              <a:t>‹#›</a:t>
            </a:fld>
            <a:endParaRPr lang="en-US"/>
          </a:p>
        </p:txBody>
      </p:sp>
    </p:spTree>
    <p:extLst>
      <p:ext uri="{BB962C8B-B14F-4D97-AF65-F5344CB8AC3E}">
        <p14:creationId xmlns:p14="http://schemas.microsoft.com/office/powerpoint/2010/main" val="4285805065"/>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9F187-CF51-41B5-A0D8-9C9853A38A98}"/>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p>
        </p:txBody>
      </p:sp>
      <p:sp>
        <p:nvSpPr>
          <p:cNvPr id="3" name="Content Placeholder 2">
            <a:extLst>
              <a:ext uri="{FF2B5EF4-FFF2-40B4-BE49-F238E27FC236}">
                <a16:creationId xmlns:a16="http://schemas.microsoft.com/office/drawing/2014/main" id="{F81F5BD5-C476-4111-BAD0-5D4A62D0E7ED}"/>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635D990-2C0B-4592-8943-3FB1BE552C39}"/>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7A976AFF-78F4-474D-9E22-40DCBD533169}"/>
              </a:ext>
            </a:extLst>
          </p:cNvPr>
          <p:cNvSpPr txBox="1">
            <a:spLocks noGrp="1"/>
          </p:cNvSpPr>
          <p:nvPr>
            <p:ph type="dt" sz="half" idx="7"/>
          </p:nvPr>
        </p:nvSpPr>
        <p:spPr/>
        <p:txBody>
          <a:bodyPr/>
          <a:lstStyle>
            <a:lvl1pPr>
              <a:defRPr/>
            </a:lvl1pPr>
          </a:lstStyle>
          <a:p>
            <a:pPr lvl="0"/>
            <a:fld id="{EDD32954-54CE-4BC0-8603-E2C1246A3570}" type="datetime1">
              <a:rPr lang="en-US"/>
              <a:pPr lvl="0"/>
              <a:t>3/30/2026</a:t>
            </a:fld>
            <a:endParaRPr lang="en-US"/>
          </a:p>
        </p:txBody>
      </p:sp>
      <p:sp>
        <p:nvSpPr>
          <p:cNvPr id="6" name="Footer Placeholder 5">
            <a:extLst>
              <a:ext uri="{FF2B5EF4-FFF2-40B4-BE49-F238E27FC236}">
                <a16:creationId xmlns:a16="http://schemas.microsoft.com/office/drawing/2014/main" id="{8104FE72-28EB-4F47-9B30-FDB35FAC5204}"/>
              </a:ext>
            </a:extLst>
          </p:cNvPr>
          <p:cNvSpPr txBox="1">
            <a:spLocks noGrp="1"/>
          </p:cNvSpPr>
          <p:nvPr>
            <p:ph type="ftr" sz="quarter" idx="9"/>
          </p:nvPr>
        </p:nvSpPr>
        <p:spPr/>
        <p:txBody>
          <a:bodyPr/>
          <a:lstStyle>
            <a:lvl1pPr>
              <a:defRPr/>
            </a:lvl1pPr>
          </a:lstStyle>
          <a:p>
            <a:pPr lvl="0"/>
            <a:endParaRPr lang="en-US"/>
          </a:p>
        </p:txBody>
      </p:sp>
      <p:sp>
        <p:nvSpPr>
          <p:cNvPr id="7" name="Slide Number Placeholder 6">
            <a:extLst>
              <a:ext uri="{FF2B5EF4-FFF2-40B4-BE49-F238E27FC236}">
                <a16:creationId xmlns:a16="http://schemas.microsoft.com/office/drawing/2014/main" id="{2378E307-ADB5-4309-8967-FA9F58C0FE62}"/>
              </a:ext>
            </a:extLst>
          </p:cNvPr>
          <p:cNvSpPr txBox="1">
            <a:spLocks noGrp="1"/>
          </p:cNvSpPr>
          <p:nvPr>
            <p:ph type="sldNum" sz="quarter" idx="8"/>
          </p:nvPr>
        </p:nvSpPr>
        <p:spPr/>
        <p:txBody>
          <a:bodyPr/>
          <a:lstStyle>
            <a:lvl1pPr>
              <a:defRPr/>
            </a:lvl1pPr>
          </a:lstStyle>
          <a:p>
            <a:pPr lvl="0"/>
            <a:fld id="{78BE4BA3-0B83-46D8-8D17-0C237866F75A}" type="slidenum">
              <a:t>‹#›</a:t>
            </a:fld>
            <a:endParaRPr lang="en-US"/>
          </a:p>
        </p:txBody>
      </p:sp>
    </p:spTree>
    <p:extLst>
      <p:ext uri="{BB962C8B-B14F-4D97-AF65-F5344CB8AC3E}">
        <p14:creationId xmlns:p14="http://schemas.microsoft.com/office/powerpoint/2010/main" val="3094670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7B6B6-978F-44E4-AA48-C70538C2A43F}"/>
              </a:ext>
            </a:extLst>
          </p:cNvPr>
          <p:cNvSpPr txBox="1">
            <a:spLocks noGrp="1"/>
          </p:cNvSpPr>
          <p:nvPr>
            <p:ph type="title"/>
          </p:nvPr>
        </p:nvSpPr>
        <p:spPr>
          <a:xfrm>
            <a:off x="839784" y="457200"/>
            <a:ext cx="3932240" cy="1600200"/>
          </a:xfrm>
        </p:spPr>
        <p:txBody>
          <a:bodyPr anchor="b"/>
          <a:lstStyle>
            <a:lvl1pPr>
              <a:defRPr sz="3200"/>
            </a:lvl1pPr>
          </a:lstStyle>
          <a:p>
            <a:pPr lvl="0"/>
            <a:r>
              <a:rPr lang="en-US"/>
              <a:t>Click to edit Master title style</a:t>
            </a:r>
          </a:p>
        </p:txBody>
      </p:sp>
      <p:sp>
        <p:nvSpPr>
          <p:cNvPr id="3" name="Picture Placeholder 2">
            <a:extLst>
              <a:ext uri="{FF2B5EF4-FFF2-40B4-BE49-F238E27FC236}">
                <a16:creationId xmlns:a16="http://schemas.microsoft.com/office/drawing/2014/main" id="{C8D24D78-78BA-43E7-8EBC-289677184C85}"/>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en-US"/>
          </a:p>
        </p:txBody>
      </p:sp>
      <p:sp>
        <p:nvSpPr>
          <p:cNvPr id="4" name="Text Placeholder 3">
            <a:extLst>
              <a:ext uri="{FF2B5EF4-FFF2-40B4-BE49-F238E27FC236}">
                <a16:creationId xmlns:a16="http://schemas.microsoft.com/office/drawing/2014/main" id="{121D83B0-4926-41A5-B684-AF3877E4257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en-US"/>
              <a:t>Click to edit Master text styles</a:t>
            </a:r>
          </a:p>
        </p:txBody>
      </p:sp>
      <p:sp>
        <p:nvSpPr>
          <p:cNvPr id="5" name="Date Placeholder 4">
            <a:extLst>
              <a:ext uri="{FF2B5EF4-FFF2-40B4-BE49-F238E27FC236}">
                <a16:creationId xmlns:a16="http://schemas.microsoft.com/office/drawing/2014/main" id="{5C9CD31F-CAC9-4035-9F4A-68F2104FB7AB}"/>
              </a:ext>
            </a:extLst>
          </p:cNvPr>
          <p:cNvSpPr txBox="1">
            <a:spLocks noGrp="1"/>
          </p:cNvSpPr>
          <p:nvPr>
            <p:ph type="dt" sz="half" idx="7"/>
          </p:nvPr>
        </p:nvSpPr>
        <p:spPr/>
        <p:txBody>
          <a:bodyPr/>
          <a:lstStyle>
            <a:lvl1pPr>
              <a:defRPr/>
            </a:lvl1pPr>
          </a:lstStyle>
          <a:p>
            <a:pPr lvl="0"/>
            <a:fld id="{D9B0DB3A-5C88-4B3C-9361-C39B7D202A07}" type="datetime1">
              <a:rPr lang="en-US"/>
              <a:pPr lvl="0"/>
              <a:t>3/30/2026</a:t>
            </a:fld>
            <a:endParaRPr lang="en-US"/>
          </a:p>
        </p:txBody>
      </p:sp>
      <p:sp>
        <p:nvSpPr>
          <p:cNvPr id="6" name="Footer Placeholder 5">
            <a:extLst>
              <a:ext uri="{FF2B5EF4-FFF2-40B4-BE49-F238E27FC236}">
                <a16:creationId xmlns:a16="http://schemas.microsoft.com/office/drawing/2014/main" id="{1CF39E85-C185-4660-9E6F-E3094782B1A6}"/>
              </a:ext>
            </a:extLst>
          </p:cNvPr>
          <p:cNvSpPr txBox="1">
            <a:spLocks noGrp="1"/>
          </p:cNvSpPr>
          <p:nvPr>
            <p:ph type="ftr" sz="quarter" idx="9"/>
          </p:nvPr>
        </p:nvSpPr>
        <p:spPr/>
        <p:txBody>
          <a:bodyPr/>
          <a:lstStyle>
            <a:lvl1pPr>
              <a:defRPr/>
            </a:lvl1pPr>
          </a:lstStyle>
          <a:p>
            <a:pPr lvl="0"/>
            <a:endParaRPr lang="en-US"/>
          </a:p>
        </p:txBody>
      </p:sp>
      <p:sp>
        <p:nvSpPr>
          <p:cNvPr id="7" name="Slide Number Placeholder 6">
            <a:extLst>
              <a:ext uri="{FF2B5EF4-FFF2-40B4-BE49-F238E27FC236}">
                <a16:creationId xmlns:a16="http://schemas.microsoft.com/office/drawing/2014/main" id="{EC695D91-8EAE-43BB-B088-BBEDF8C3EDAA}"/>
              </a:ext>
            </a:extLst>
          </p:cNvPr>
          <p:cNvSpPr txBox="1">
            <a:spLocks noGrp="1"/>
          </p:cNvSpPr>
          <p:nvPr>
            <p:ph type="sldNum" sz="quarter" idx="8"/>
          </p:nvPr>
        </p:nvSpPr>
        <p:spPr/>
        <p:txBody>
          <a:bodyPr/>
          <a:lstStyle>
            <a:lvl1pPr>
              <a:defRPr/>
            </a:lvl1pPr>
          </a:lstStyle>
          <a:p>
            <a:pPr lvl="0"/>
            <a:fld id="{3D6C83A3-C7DB-4384-8372-93DC2AE0DC70}" type="slidenum">
              <a:t>‹#›</a:t>
            </a:fld>
            <a:endParaRPr lang="en-US"/>
          </a:p>
        </p:txBody>
      </p:sp>
    </p:spTree>
    <p:extLst>
      <p:ext uri="{BB962C8B-B14F-4D97-AF65-F5344CB8AC3E}">
        <p14:creationId xmlns:p14="http://schemas.microsoft.com/office/powerpoint/2010/main" val="31332208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37291-363F-4147-BFF5-820F116806B8}"/>
              </a:ext>
            </a:extLst>
          </p:cNvPr>
          <p:cNvSpPr txBox="1">
            <a:spLocks noGrp="1"/>
          </p:cNvSpPr>
          <p:nvPr>
            <p:ph type="title"/>
          </p:nvPr>
        </p:nvSpPr>
        <p:spPr/>
        <p:txBody>
          <a:bodyPr/>
          <a:lstStyle>
            <a:lvl1pPr>
              <a:defRPr/>
            </a:lvl1pPr>
          </a:lstStyle>
          <a:p>
            <a:pPr lvl="0"/>
            <a:r>
              <a:rPr lang="en-US"/>
              <a:t>Click to edit Master title style</a:t>
            </a:r>
          </a:p>
        </p:txBody>
      </p:sp>
      <p:sp>
        <p:nvSpPr>
          <p:cNvPr id="3" name="Vertical Text Placeholder 2">
            <a:extLst>
              <a:ext uri="{FF2B5EF4-FFF2-40B4-BE49-F238E27FC236}">
                <a16:creationId xmlns:a16="http://schemas.microsoft.com/office/drawing/2014/main" id="{DDA1D718-D0F8-468B-BFE4-215C22A5F92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2F5A9D-92CE-40E3-9B5B-C22F1FE9391E}"/>
              </a:ext>
            </a:extLst>
          </p:cNvPr>
          <p:cNvSpPr txBox="1">
            <a:spLocks noGrp="1"/>
          </p:cNvSpPr>
          <p:nvPr>
            <p:ph type="dt" sz="half" idx="7"/>
          </p:nvPr>
        </p:nvSpPr>
        <p:spPr/>
        <p:txBody>
          <a:bodyPr/>
          <a:lstStyle>
            <a:lvl1pPr>
              <a:defRPr/>
            </a:lvl1pPr>
          </a:lstStyle>
          <a:p>
            <a:pPr lvl="0"/>
            <a:fld id="{3F385A4D-65E1-4154-90CB-DA672A1C3962}" type="datetime1">
              <a:rPr lang="en-US"/>
              <a:pPr lvl="0"/>
              <a:t>3/30/2026</a:t>
            </a:fld>
            <a:endParaRPr lang="en-US"/>
          </a:p>
        </p:txBody>
      </p:sp>
      <p:sp>
        <p:nvSpPr>
          <p:cNvPr id="5" name="Footer Placeholder 4">
            <a:extLst>
              <a:ext uri="{FF2B5EF4-FFF2-40B4-BE49-F238E27FC236}">
                <a16:creationId xmlns:a16="http://schemas.microsoft.com/office/drawing/2014/main" id="{95DD8860-867C-4143-9A3A-0D5AA224DD97}"/>
              </a:ext>
            </a:extLst>
          </p:cNvPr>
          <p:cNvSpPr txBox="1">
            <a:spLocks noGrp="1"/>
          </p:cNvSpPr>
          <p:nvPr>
            <p:ph type="ftr" sz="quarter" idx="9"/>
          </p:nvPr>
        </p:nvSpPr>
        <p:spPr/>
        <p:txBody>
          <a:bodyPr/>
          <a:lstStyle>
            <a:lvl1pPr>
              <a:defRPr/>
            </a:lvl1pPr>
          </a:lstStyle>
          <a:p>
            <a:pPr lvl="0"/>
            <a:endParaRPr lang="en-US"/>
          </a:p>
        </p:txBody>
      </p:sp>
      <p:sp>
        <p:nvSpPr>
          <p:cNvPr id="6" name="Slide Number Placeholder 5">
            <a:extLst>
              <a:ext uri="{FF2B5EF4-FFF2-40B4-BE49-F238E27FC236}">
                <a16:creationId xmlns:a16="http://schemas.microsoft.com/office/drawing/2014/main" id="{87102211-98E3-4542-9DC5-C2CFC6A3F25A}"/>
              </a:ext>
            </a:extLst>
          </p:cNvPr>
          <p:cNvSpPr txBox="1">
            <a:spLocks noGrp="1"/>
          </p:cNvSpPr>
          <p:nvPr>
            <p:ph type="sldNum" sz="quarter" idx="8"/>
          </p:nvPr>
        </p:nvSpPr>
        <p:spPr/>
        <p:txBody>
          <a:bodyPr/>
          <a:lstStyle>
            <a:lvl1pPr>
              <a:defRPr/>
            </a:lvl1pPr>
          </a:lstStyle>
          <a:p>
            <a:pPr lvl="0"/>
            <a:fld id="{59F86098-1495-40CC-B1DF-41DA020A2C24}" type="slidenum">
              <a:t>‹#›</a:t>
            </a:fld>
            <a:endParaRPr lang="en-US"/>
          </a:p>
        </p:txBody>
      </p:sp>
    </p:spTree>
    <p:extLst>
      <p:ext uri="{BB962C8B-B14F-4D97-AF65-F5344CB8AC3E}">
        <p14:creationId xmlns:p14="http://schemas.microsoft.com/office/powerpoint/2010/main" val="45774806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6D83E5-A143-4BE2-8A4D-CE466171DED4}"/>
              </a:ext>
            </a:extLst>
          </p:cNvPr>
          <p:cNvSpPr txBox="1">
            <a:spLocks noGrp="1"/>
          </p:cNvSpPr>
          <p:nvPr>
            <p:ph type="title" orient="vert"/>
          </p:nvPr>
        </p:nvSpPr>
        <p:spPr>
          <a:xfrm>
            <a:off x="8724903" y="365129"/>
            <a:ext cx="2628899" cy="5811834"/>
          </a:xfrm>
        </p:spPr>
        <p:txBody>
          <a:bodyPr vert="eaVert"/>
          <a:lstStyle>
            <a:lvl1pPr>
              <a:defRPr/>
            </a:lvl1pPr>
          </a:lstStyle>
          <a:p>
            <a:pPr lvl="0"/>
            <a:r>
              <a:rPr lang="en-US"/>
              <a:t>Click to edit Master title style</a:t>
            </a:r>
          </a:p>
        </p:txBody>
      </p:sp>
      <p:sp>
        <p:nvSpPr>
          <p:cNvPr id="3" name="Vertical Text Placeholder 2">
            <a:extLst>
              <a:ext uri="{FF2B5EF4-FFF2-40B4-BE49-F238E27FC236}">
                <a16:creationId xmlns:a16="http://schemas.microsoft.com/office/drawing/2014/main" id="{08FE0FED-2674-4648-9976-2918079F446F}"/>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8E7E18-32C9-4ECA-A801-05D9FCEB8BF3}"/>
              </a:ext>
            </a:extLst>
          </p:cNvPr>
          <p:cNvSpPr txBox="1">
            <a:spLocks noGrp="1"/>
          </p:cNvSpPr>
          <p:nvPr>
            <p:ph type="dt" sz="half" idx="7"/>
          </p:nvPr>
        </p:nvSpPr>
        <p:spPr/>
        <p:txBody>
          <a:bodyPr/>
          <a:lstStyle>
            <a:lvl1pPr>
              <a:defRPr/>
            </a:lvl1pPr>
          </a:lstStyle>
          <a:p>
            <a:pPr lvl="0"/>
            <a:fld id="{DE71E104-0A24-43EF-81F1-6D8F523797FB}" type="datetime1">
              <a:rPr lang="en-US"/>
              <a:pPr lvl="0"/>
              <a:t>3/30/2026</a:t>
            </a:fld>
            <a:endParaRPr lang="en-US"/>
          </a:p>
        </p:txBody>
      </p:sp>
      <p:sp>
        <p:nvSpPr>
          <p:cNvPr id="5" name="Footer Placeholder 4">
            <a:extLst>
              <a:ext uri="{FF2B5EF4-FFF2-40B4-BE49-F238E27FC236}">
                <a16:creationId xmlns:a16="http://schemas.microsoft.com/office/drawing/2014/main" id="{B2CCED3E-C721-485A-B754-7B2C81D92264}"/>
              </a:ext>
            </a:extLst>
          </p:cNvPr>
          <p:cNvSpPr txBox="1">
            <a:spLocks noGrp="1"/>
          </p:cNvSpPr>
          <p:nvPr>
            <p:ph type="ftr" sz="quarter" idx="9"/>
          </p:nvPr>
        </p:nvSpPr>
        <p:spPr/>
        <p:txBody>
          <a:bodyPr/>
          <a:lstStyle>
            <a:lvl1pPr>
              <a:defRPr/>
            </a:lvl1pPr>
          </a:lstStyle>
          <a:p>
            <a:pPr lvl="0"/>
            <a:endParaRPr lang="en-US"/>
          </a:p>
        </p:txBody>
      </p:sp>
      <p:sp>
        <p:nvSpPr>
          <p:cNvPr id="6" name="Slide Number Placeholder 5">
            <a:extLst>
              <a:ext uri="{FF2B5EF4-FFF2-40B4-BE49-F238E27FC236}">
                <a16:creationId xmlns:a16="http://schemas.microsoft.com/office/drawing/2014/main" id="{1BBAB734-F1B3-479F-AE7A-ECD11CE4DC04}"/>
              </a:ext>
            </a:extLst>
          </p:cNvPr>
          <p:cNvSpPr txBox="1">
            <a:spLocks noGrp="1"/>
          </p:cNvSpPr>
          <p:nvPr>
            <p:ph type="sldNum" sz="quarter" idx="8"/>
          </p:nvPr>
        </p:nvSpPr>
        <p:spPr/>
        <p:txBody>
          <a:bodyPr/>
          <a:lstStyle>
            <a:lvl1pPr>
              <a:defRPr/>
            </a:lvl1pPr>
          </a:lstStyle>
          <a:p>
            <a:pPr lvl="0"/>
            <a:fld id="{D034A16D-870C-4771-BED0-FA34872E5B84}" type="slidenum">
              <a:t>‹#›</a:t>
            </a:fld>
            <a:endParaRPr lang="en-US"/>
          </a:p>
        </p:txBody>
      </p:sp>
    </p:spTree>
    <p:extLst>
      <p:ext uri="{BB962C8B-B14F-4D97-AF65-F5344CB8AC3E}">
        <p14:creationId xmlns:p14="http://schemas.microsoft.com/office/powerpoint/2010/main" val="18576982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 preserve="1">
  <p:cSld name="Title and body">
    <p:spTree>
      <p:nvGrpSpPr>
        <p:cNvPr id="1" name=""/>
        <p:cNvGrpSpPr/>
        <p:nvPr/>
      </p:nvGrpSpPr>
      <p:grpSpPr>
        <a:xfrm>
          <a:off x="0" y="0"/>
          <a:ext cx="0" cy="0"/>
          <a:chOff x="0" y="0"/>
          <a:chExt cx="0" cy="0"/>
        </a:xfrm>
      </p:grpSpPr>
      <p:sp>
        <p:nvSpPr>
          <p:cNvPr id="2" name="Google Shape;17;p4">
            <a:extLst>
              <a:ext uri="{FF2B5EF4-FFF2-40B4-BE49-F238E27FC236}">
                <a16:creationId xmlns:a16="http://schemas.microsoft.com/office/drawing/2014/main" id="{86CCFD6D-BF16-4488-A0AB-CC5E711917BA}"/>
              </a:ext>
            </a:extLst>
          </p:cNvPr>
          <p:cNvSpPr/>
          <p:nvPr/>
        </p:nvSpPr>
        <p:spPr>
          <a:xfrm>
            <a:off x="0" y="-64"/>
            <a:ext cx="12191996" cy="1458001"/>
          </a:xfrm>
          <a:prstGeom prst="rect">
            <a:avLst/>
          </a:prstGeom>
          <a:solidFill>
            <a:srgbClr val="F3F3F3"/>
          </a:solidFill>
          <a:ln cap="flat">
            <a:noFill/>
            <a:prstDash val="solid"/>
          </a:ln>
        </p:spPr>
        <p:txBody>
          <a:bodyPr vert="horz" wrap="square" lIns="91421" tIns="91421" rIns="91421" bIns="91421"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000000"/>
              </a:solidFill>
              <a:uFillTx/>
              <a:latin typeface="Calibri"/>
            </a:endParaRPr>
          </a:p>
        </p:txBody>
      </p:sp>
      <p:sp>
        <p:nvSpPr>
          <p:cNvPr id="3" name="Google Shape;18;p4">
            <a:extLst>
              <a:ext uri="{FF2B5EF4-FFF2-40B4-BE49-F238E27FC236}">
                <a16:creationId xmlns:a16="http://schemas.microsoft.com/office/drawing/2014/main" id="{98A39FEA-FC24-4B44-AD0F-E3F0BF5D5AB3}"/>
              </a:ext>
            </a:extLst>
          </p:cNvPr>
          <p:cNvSpPr txBox="1">
            <a:spLocks noGrp="1"/>
          </p:cNvSpPr>
          <p:nvPr>
            <p:ph type="title"/>
          </p:nvPr>
        </p:nvSpPr>
        <p:spPr>
          <a:xfrm>
            <a:off x="1043595" y="347161"/>
            <a:ext cx="10104796" cy="763496"/>
          </a:xfrm>
        </p:spPr>
        <p:txBody>
          <a:bodyPr lIns="91421" tIns="91421" rIns="91421" bIns="91421" anchor="t">
            <a:noAutofit/>
          </a:bodyPr>
          <a:lstStyle>
            <a:lvl1pPr>
              <a:defRPr/>
            </a:lvl1pPr>
          </a:lstStyle>
          <a:p>
            <a:pPr lvl="0"/>
            <a:endParaRPr lang="en-US"/>
          </a:p>
        </p:txBody>
      </p:sp>
      <p:sp>
        <p:nvSpPr>
          <p:cNvPr id="4" name="Google Shape;19;p4">
            <a:extLst>
              <a:ext uri="{FF2B5EF4-FFF2-40B4-BE49-F238E27FC236}">
                <a16:creationId xmlns:a16="http://schemas.microsoft.com/office/drawing/2014/main" id="{3FB27A8A-8BC6-4BF0-ABA7-66854AB126CD}"/>
              </a:ext>
            </a:extLst>
          </p:cNvPr>
          <p:cNvSpPr txBox="1">
            <a:spLocks noGrp="1"/>
          </p:cNvSpPr>
          <p:nvPr>
            <p:ph type="body" idx="1"/>
          </p:nvPr>
        </p:nvSpPr>
        <p:spPr>
          <a:xfrm>
            <a:off x="1043595" y="1560240"/>
            <a:ext cx="10104796" cy="4555202"/>
          </a:xfrm>
        </p:spPr>
        <p:txBody>
          <a:bodyPr lIns="91421" tIns="91421" rIns="91421" bIns="91421">
            <a:noAutofit/>
          </a:bodyPr>
          <a:lstStyle>
            <a:lvl1pPr marL="457200" indent="-355601">
              <a:spcBef>
                <a:spcPts val="0"/>
              </a:spcBef>
              <a:buClr>
                <a:srgbClr val="434343"/>
              </a:buClr>
              <a:buSzPts val="2000"/>
              <a:buFont typeface="Calibri"/>
              <a:buChar char="●"/>
              <a:defRPr sz="2400">
                <a:solidFill>
                  <a:srgbClr val="434343"/>
                </a:solidFill>
                <a:ea typeface="Calibri"/>
                <a:cs typeface="Calibri"/>
              </a:defRPr>
            </a:lvl1pPr>
          </a:lstStyle>
          <a:p>
            <a:pPr lvl="0"/>
            <a:endParaRPr lang="en-US"/>
          </a:p>
        </p:txBody>
      </p:sp>
      <p:sp>
        <p:nvSpPr>
          <p:cNvPr id="5" name="Google Shape;20;p4">
            <a:extLst>
              <a:ext uri="{FF2B5EF4-FFF2-40B4-BE49-F238E27FC236}">
                <a16:creationId xmlns:a16="http://schemas.microsoft.com/office/drawing/2014/main" id="{A64D9205-BB60-45E3-8AB1-B892BEE77BDF}"/>
              </a:ext>
            </a:extLst>
          </p:cNvPr>
          <p:cNvSpPr txBox="1">
            <a:spLocks noGrp="1"/>
          </p:cNvSpPr>
          <p:nvPr>
            <p:ph type="sldNum" sz="quarter" idx="8"/>
          </p:nvPr>
        </p:nvSpPr>
        <p:spPr>
          <a:xfrm>
            <a:off x="11296607" y="6217618"/>
            <a:ext cx="731602" cy="525002"/>
          </a:xfrm>
        </p:spPr>
        <p:txBody>
          <a:bodyPr lIns="91421" tIns="91421" rIns="91421" bIns="91421"/>
          <a:lstStyle>
            <a:lvl1pPr>
              <a:defRPr/>
            </a:lvl1pPr>
          </a:lstStyle>
          <a:p>
            <a:pPr lvl="0"/>
            <a:fld id="{FBFD852A-D59A-4B7D-B301-42A1056B227A}" type="slidenum">
              <a:t>‹#›</a:t>
            </a:fld>
            <a:endParaRPr lang="en-US"/>
          </a:p>
        </p:txBody>
      </p:sp>
    </p:spTree>
    <p:extLst>
      <p:ext uri="{BB962C8B-B14F-4D97-AF65-F5344CB8AC3E}">
        <p14:creationId xmlns:p14="http://schemas.microsoft.com/office/powerpoint/2010/main" val="377183240"/>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5B10D-3B4E-421C-B40B-EE12C49AB8AA}"/>
              </a:ext>
            </a:extLst>
          </p:cNvPr>
          <p:cNvSpPr txBox="1">
            <a:spLocks noGrp="1"/>
          </p:cNvSpPr>
          <p:nvPr>
            <p:ph type="title"/>
          </p:nvPr>
        </p:nvSpPr>
        <p:spPr/>
        <p:txBody>
          <a:bodyPr/>
          <a:lstStyle>
            <a:lvl1pPr>
              <a:defRPr/>
            </a:lvl1pPr>
          </a:lstStyle>
          <a:p>
            <a:pPr lvl="0"/>
            <a:r>
              <a:rPr lang="en-US"/>
              <a:t>Click to edit Master title style</a:t>
            </a:r>
          </a:p>
        </p:txBody>
      </p:sp>
      <p:sp>
        <p:nvSpPr>
          <p:cNvPr id="3" name="Content Placeholder 2">
            <a:extLst>
              <a:ext uri="{FF2B5EF4-FFF2-40B4-BE49-F238E27FC236}">
                <a16:creationId xmlns:a16="http://schemas.microsoft.com/office/drawing/2014/main" id="{62D4B0ED-A35E-42B8-A9BC-2879550D0736}"/>
              </a:ext>
            </a:extLst>
          </p:cNvPr>
          <p:cNvSpPr txBox="1">
            <a:spLocks noGrp="1"/>
          </p:cNvSpPr>
          <p:nvPr>
            <p:ph idx="4294967295"/>
          </p:nvPr>
        </p:nvSpPr>
        <p:spPr>
          <a:xfrm>
            <a:off x="609603" y="1600200"/>
            <a:ext cx="5384801" cy="4530723"/>
          </a:xfrm>
        </p:spPr>
        <p:txBody>
          <a:bodyPr/>
          <a:lstStyle>
            <a:lvl1pPr>
              <a:buClr>
                <a:srgbClr val="385723"/>
              </a:buClr>
              <a:buSzPct val="70000"/>
              <a:defRPr/>
            </a:lvl1pPr>
            <a:lvl2pPr>
              <a:buClr>
                <a:srgbClr val="385723"/>
              </a:buClr>
              <a:buSzPct val="70000"/>
              <a:defRPr/>
            </a:lvl2pPr>
            <a:lvl3pPr>
              <a:buClr>
                <a:srgbClr val="385723"/>
              </a:buClr>
              <a:buSzPct val="70000"/>
              <a:defRPr/>
            </a:lvl3pPr>
            <a:lvl4pPr>
              <a:buClr>
                <a:srgbClr val="385723"/>
              </a:buCl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1">
            <a:extLst>
              <a:ext uri="{FF2B5EF4-FFF2-40B4-BE49-F238E27FC236}">
                <a16:creationId xmlns:a16="http://schemas.microsoft.com/office/drawing/2014/main" id="{94998DD8-97F7-4BB5-ABAD-19C38315F93D}"/>
              </a:ext>
            </a:extLst>
          </p:cNvPr>
          <p:cNvSpPr txBox="1">
            <a:spLocks noGrp="1"/>
          </p:cNvSpPr>
          <p:nvPr>
            <p:ph type="ftr" sz="quarter" idx="9"/>
          </p:nvPr>
        </p:nvSpPr>
        <p:spPr>
          <a:xfrm>
            <a:off x="541041" y="6356351"/>
            <a:ext cx="4114800" cy="365129"/>
          </a:xfrm>
        </p:spPr>
        <p:txBody>
          <a:bodyPr anchorCtr="0"/>
          <a:lstStyle>
            <a:lvl1pPr algn="l">
              <a:defRPr/>
            </a:lvl1pPr>
          </a:lstStyle>
          <a:p>
            <a:pPr lvl="0"/>
            <a:r>
              <a:rPr lang="en-US"/>
              <a:t>© 2020, M.T. Özsu &amp; P. Valduriez</a:t>
            </a:r>
          </a:p>
        </p:txBody>
      </p:sp>
      <p:sp>
        <p:nvSpPr>
          <p:cNvPr id="5" name="Slide Number Placeholder 2">
            <a:extLst>
              <a:ext uri="{FF2B5EF4-FFF2-40B4-BE49-F238E27FC236}">
                <a16:creationId xmlns:a16="http://schemas.microsoft.com/office/drawing/2014/main" id="{684D7DBC-844C-4097-ADCA-37D5536FE9FF}"/>
              </a:ext>
            </a:extLst>
          </p:cNvPr>
          <p:cNvSpPr txBox="1">
            <a:spLocks noGrp="1"/>
          </p:cNvSpPr>
          <p:nvPr>
            <p:ph type="sldNum" sz="quarter" idx="8"/>
          </p:nvPr>
        </p:nvSpPr>
        <p:spPr>
          <a:xfrm>
            <a:off x="8976317" y="6356351"/>
            <a:ext cx="2743200" cy="365129"/>
          </a:xfrm>
        </p:spPr>
        <p:txBody>
          <a:bodyPr/>
          <a:lstStyle>
            <a:lvl1pPr>
              <a:defRPr/>
            </a:lvl1pPr>
          </a:lstStyle>
          <a:p>
            <a:pPr lvl="0"/>
            <a:fld id="{79E552A3-B5D7-4F57-BF93-681ACC9B94E4}" type="slidenum">
              <a:t>‹#›</a:t>
            </a:fld>
            <a:endParaRPr lang="en-US"/>
          </a:p>
        </p:txBody>
      </p:sp>
      <p:sp>
        <p:nvSpPr>
          <p:cNvPr id="6" name="Content Placeholder 2">
            <a:extLst>
              <a:ext uri="{FF2B5EF4-FFF2-40B4-BE49-F238E27FC236}">
                <a16:creationId xmlns:a16="http://schemas.microsoft.com/office/drawing/2014/main" id="{1FDF057F-9DD2-487F-8446-E62F8B53AA3D}"/>
              </a:ext>
            </a:extLst>
          </p:cNvPr>
          <p:cNvSpPr txBox="1">
            <a:spLocks noGrp="1"/>
          </p:cNvSpPr>
          <p:nvPr>
            <p:ph idx="4294967295"/>
          </p:nvPr>
        </p:nvSpPr>
        <p:spPr>
          <a:xfrm>
            <a:off x="6197602" y="1584636"/>
            <a:ext cx="5384801" cy="4530723"/>
          </a:xfrm>
        </p:spPr>
        <p:txBody>
          <a:bodyPr/>
          <a:lstStyle>
            <a:lvl1pPr>
              <a:buClr>
                <a:srgbClr val="385723"/>
              </a:buClr>
              <a:buSzPct val="70000"/>
              <a:defRPr/>
            </a:lvl1pPr>
            <a:lvl2pPr>
              <a:buClr>
                <a:srgbClr val="385723"/>
              </a:buClr>
              <a:buSzPct val="70000"/>
              <a:defRPr/>
            </a:lvl2pPr>
            <a:lvl3pPr>
              <a:buClr>
                <a:srgbClr val="385723"/>
              </a:buClr>
              <a:buSzPct val="70000"/>
              <a:defRPr/>
            </a:lvl3pPr>
            <a:lvl4pPr>
              <a:buClr>
                <a:srgbClr val="385723"/>
              </a:buCl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3552815"/>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F5D12E-471A-1402-356C-CFC9B256B69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DC3E91F-93A9-F65D-B1C3-78A11B9488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6CAB04-F4ED-54D0-9380-77C443E8D1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267377-EA9D-4B8A-BF60-1E651BE83BCD}" type="datetimeFigureOut">
              <a:rPr lang="en-US" smtClean="0"/>
              <a:t>3/30/2026</a:t>
            </a:fld>
            <a:endParaRPr lang="en-US"/>
          </a:p>
        </p:txBody>
      </p:sp>
      <p:sp>
        <p:nvSpPr>
          <p:cNvPr id="5" name="Footer Placeholder 4">
            <a:extLst>
              <a:ext uri="{FF2B5EF4-FFF2-40B4-BE49-F238E27FC236}">
                <a16:creationId xmlns:a16="http://schemas.microsoft.com/office/drawing/2014/main" id="{43AF06B0-B02B-837A-B9A4-D39D8AB44F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BC3B34C-7198-B323-3911-4DD5F84D66B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9659A6-3F4D-4EFE-B5F4-05A25298E61A}" type="slidenum">
              <a:rPr lang="en-US" smtClean="0"/>
              <a:t>‹#›</a:t>
            </a:fld>
            <a:endParaRPr lang="en-US"/>
          </a:p>
        </p:txBody>
      </p:sp>
    </p:spTree>
    <p:extLst>
      <p:ext uri="{BB962C8B-B14F-4D97-AF65-F5344CB8AC3E}">
        <p14:creationId xmlns:p14="http://schemas.microsoft.com/office/powerpoint/2010/main" val="21409424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468B2D-11BF-4404-8BEE-3146253AD020}"/>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en-US"/>
              <a:t>Click to edit Master title style</a:t>
            </a:r>
          </a:p>
        </p:txBody>
      </p:sp>
      <p:sp>
        <p:nvSpPr>
          <p:cNvPr id="3" name="Text Placeholder 2">
            <a:extLst>
              <a:ext uri="{FF2B5EF4-FFF2-40B4-BE49-F238E27FC236}">
                <a16:creationId xmlns:a16="http://schemas.microsoft.com/office/drawing/2014/main" id="{D71AADC5-9C02-40FD-A427-525CFEB9A917}"/>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11E94B-4B72-4DA4-BE1D-DEC21EB76B39}"/>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fld id="{1364004D-5667-4E68-BFF4-B9BDCF115526}" type="datetime1">
              <a:rPr lang="en-US"/>
              <a:pPr lvl="0"/>
              <a:t>3/30/2026</a:t>
            </a:fld>
            <a:endParaRPr lang="en-US"/>
          </a:p>
        </p:txBody>
      </p:sp>
      <p:sp>
        <p:nvSpPr>
          <p:cNvPr id="5" name="Footer Placeholder 4">
            <a:extLst>
              <a:ext uri="{FF2B5EF4-FFF2-40B4-BE49-F238E27FC236}">
                <a16:creationId xmlns:a16="http://schemas.microsoft.com/office/drawing/2014/main" id="{3B459AEF-FA73-4A3F-BE5A-2B76285F9BAE}"/>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endParaRPr lang="en-US"/>
          </a:p>
        </p:txBody>
      </p:sp>
      <p:sp>
        <p:nvSpPr>
          <p:cNvPr id="6" name="Slide Number Placeholder 5">
            <a:extLst>
              <a:ext uri="{FF2B5EF4-FFF2-40B4-BE49-F238E27FC236}">
                <a16:creationId xmlns:a16="http://schemas.microsoft.com/office/drawing/2014/main" id="{2D367905-BFEC-4986-999A-7668D105D5DF}"/>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898989"/>
                </a:solidFill>
                <a:uFillTx/>
                <a:latin typeface="Calibri"/>
              </a:defRPr>
            </a:lvl1pPr>
          </a:lstStyle>
          <a:p>
            <a:pPr lvl="0"/>
            <a:fld id="{DE2E66AA-6BDA-4033-8C5F-BAC59B57C4A8}" type="slidenum">
              <a:t>‹#›</a:t>
            </a:fld>
            <a:endParaRPr lang="en-US"/>
          </a:p>
        </p:txBody>
      </p:sp>
    </p:spTree>
    <p:extLst>
      <p:ext uri="{BB962C8B-B14F-4D97-AF65-F5344CB8AC3E}">
        <p14:creationId xmlns:p14="http://schemas.microsoft.com/office/powerpoint/2010/main" val="40749544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marL="0" marR="0" lvl="0" indent="0" algn="l" defTabSz="914400" rtl="0" fontAlgn="auto" hangingPunct="1">
        <a:lnSpc>
          <a:spcPct val="90000"/>
        </a:lnSpc>
        <a:spcBef>
          <a:spcPts val="0"/>
        </a:spcBef>
        <a:spcAft>
          <a:spcPts val="0"/>
        </a:spcAft>
        <a:buNone/>
        <a:tabLst/>
        <a:defRPr lang="en-US" sz="4400" b="0" i="0" u="none" strike="noStrike" kern="1200" cap="none" spc="0" baseline="0">
          <a:solidFill>
            <a:srgbClr val="000000"/>
          </a:solidFill>
          <a:uFillTx/>
          <a:latin typeface="Calibri Light"/>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en-US" sz="2800" b="0" i="0" u="none" strike="noStrike" kern="1200" cap="none" spc="0" baseline="0">
          <a:solidFill>
            <a:srgbClr val="000000"/>
          </a:solidFill>
          <a:uFillTx/>
          <a:latin typeface="Calibri"/>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en-US" sz="2400" b="0" i="0" u="none" strike="noStrike" kern="1200" cap="none" spc="0" baseline="0">
          <a:solidFill>
            <a:srgbClr val="000000"/>
          </a:solidFill>
          <a:uFillTx/>
          <a:latin typeface="Calibri"/>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en-US" sz="2000" b="0" i="0" u="none" strike="noStrike" kern="1200" cap="none" spc="0" baseline="0">
          <a:solidFill>
            <a:srgbClr val="000000"/>
          </a:solidFill>
          <a:uFillTx/>
          <a:latin typeface="Calibri"/>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en-US" sz="1800" b="0" i="0" u="none" strike="noStrike" kern="1200" cap="none" spc="0" baseline="0">
          <a:solidFill>
            <a:srgbClr val="000000"/>
          </a:solidFill>
          <a:uFillTx/>
          <a:latin typeface="Calibri"/>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13.svg"/><Relationship Id="rId4" Type="http://schemas.openxmlformats.org/officeDocument/2006/relationships/image" Target="../media/image12.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C22F8038-E1B4-C68C-2C5D-75E194A8FF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 y="0"/>
            <a:ext cx="12191998" cy="6858000"/>
          </a:xfrm>
          <a:prstGeom prst="rect">
            <a:avLst/>
          </a:prstGeom>
        </p:spPr>
      </p:pic>
      <p:sp>
        <p:nvSpPr>
          <p:cNvPr id="28" name="Freeform: Shape 27">
            <a:extLst>
              <a:ext uri="{FF2B5EF4-FFF2-40B4-BE49-F238E27FC236}">
                <a16:creationId xmlns:a16="http://schemas.microsoft.com/office/drawing/2014/main" id="{F811ED6F-4FD5-9F61-47AF-03985FA1FACE}"/>
              </a:ext>
            </a:extLst>
          </p:cNvPr>
          <p:cNvSpPr/>
          <p:nvPr/>
        </p:nvSpPr>
        <p:spPr>
          <a:xfrm>
            <a:off x="1" y="1"/>
            <a:ext cx="12191999" cy="6857999"/>
          </a:xfrm>
          <a:custGeom>
            <a:avLst/>
            <a:gdLst>
              <a:gd name="csX0" fmla="*/ 809196 w 12191999"/>
              <a:gd name="csY0" fmla="*/ 0 h 6857999"/>
              <a:gd name="csX1" fmla="*/ 870030 w 12191999"/>
              <a:gd name="csY1" fmla="*/ 0 h 6857999"/>
              <a:gd name="csX2" fmla="*/ 870030 w 12191999"/>
              <a:gd name="csY2" fmla="*/ 4921064 h 6857999"/>
              <a:gd name="csX3" fmla="*/ 1274628 w 12191999"/>
              <a:gd name="csY3" fmla="*/ 5325662 h 6857999"/>
              <a:gd name="csX4" fmla="*/ 1274627 w 12191999"/>
              <a:gd name="csY4" fmla="*/ 5325663 h 6857999"/>
              <a:gd name="csX5" fmla="*/ 1679225 w 12191999"/>
              <a:gd name="csY5" fmla="*/ 4921065 h 6857999"/>
              <a:gd name="csX6" fmla="*/ 1679226 w 12191999"/>
              <a:gd name="csY6" fmla="*/ 0 h 6857999"/>
              <a:gd name="csX7" fmla="*/ 2144656 w 12191999"/>
              <a:gd name="csY7" fmla="*/ 0 h 6857999"/>
              <a:gd name="csX8" fmla="*/ 2063117 w 12191999"/>
              <a:gd name="csY8" fmla="*/ 8220 h 6857999"/>
              <a:gd name="csX9" fmla="*/ 1740060 w 12191999"/>
              <a:gd name="csY9" fmla="*/ 404598 h 6857999"/>
              <a:gd name="csX10" fmla="*/ 1740060 w 12191999"/>
              <a:gd name="csY10" fmla="*/ 5563582 h 6857999"/>
              <a:gd name="csX11" fmla="*/ 2144658 w 12191999"/>
              <a:gd name="csY11" fmla="*/ 5968180 h 6857999"/>
              <a:gd name="csX12" fmla="*/ 2144657 w 12191999"/>
              <a:gd name="csY12" fmla="*/ 5968181 h 6857999"/>
              <a:gd name="csX13" fmla="*/ 2549255 w 12191999"/>
              <a:gd name="csY13" fmla="*/ 5563583 h 6857999"/>
              <a:gd name="csX14" fmla="*/ 2549256 w 12191999"/>
              <a:gd name="csY14" fmla="*/ 404598 h 6857999"/>
              <a:gd name="csX15" fmla="*/ 2226199 w 12191999"/>
              <a:gd name="csY15" fmla="*/ 8220 h 6857999"/>
              <a:gd name="csX16" fmla="*/ 2144660 w 12191999"/>
              <a:gd name="csY16" fmla="*/ 0 h 6857999"/>
              <a:gd name="csX17" fmla="*/ 2610090 w 12191999"/>
              <a:gd name="csY17" fmla="*/ 0 h 6857999"/>
              <a:gd name="csX18" fmla="*/ 2610090 w 12191999"/>
              <a:gd name="csY18" fmla="*/ 4921063 h 6857999"/>
              <a:gd name="csX19" fmla="*/ 3014688 w 12191999"/>
              <a:gd name="csY19" fmla="*/ 5325661 h 6857999"/>
              <a:gd name="csX20" fmla="*/ 3014687 w 12191999"/>
              <a:gd name="csY20" fmla="*/ 5325662 h 6857999"/>
              <a:gd name="csX21" fmla="*/ 3419285 w 12191999"/>
              <a:gd name="csY21" fmla="*/ 4921064 h 6857999"/>
              <a:gd name="csX22" fmla="*/ 3419286 w 12191999"/>
              <a:gd name="csY22" fmla="*/ 0 h 6857999"/>
              <a:gd name="csX23" fmla="*/ 3884704 w 12191999"/>
              <a:gd name="csY23" fmla="*/ 0 h 6857999"/>
              <a:gd name="csX24" fmla="*/ 3803177 w 12191999"/>
              <a:gd name="csY24" fmla="*/ 8218 h 6857999"/>
              <a:gd name="csX25" fmla="*/ 3480120 w 12191999"/>
              <a:gd name="csY25" fmla="*/ 404596 h 6857999"/>
              <a:gd name="csX26" fmla="*/ 3480120 w 12191999"/>
              <a:gd name="csY26" fmla="*/ 5563581 h 6857999"/>
              <a:gd name="csX27" fmla="*/ 3884718 w 12191999"/>
              <a:gd name="csY27" fmla="*/ 5968179 h 6857999"/>
              <a:gd name="csX28" fmla="*/ 3884717 w 12191999"/>
              <a:gd name="csY28" fmla="*/ 5968180 h 6857999"/>
              <a:gd name="csX29" fmla="*/ 4289315 w 12191999"/>
              <a:gd name="csY29" fmla="*/ 5563582 h 6857999"/>
              <a:gd name="csX30" fmla="*/ 4289315 w 12191999"/>
              <a:gd name="csY30" fmla="*/ 404596 h 6857999"/>
              <a:gd name="csX31" fmla="*/ 3966258 w 12191999"/>
              <a:gd name="csY31" fmla="*/ 8218 h 6857999"/>
              <a:gd name="csX32" fmla="*/ 3884732 w 12191999"/>
              <a:gd name="csY32" fmla="*/ 0 h 6857999"/>
              <a:gd name="csX33" fmla="*/ 4350663 w 12191999"/>
              <a:gd name="csY33" fmla="*/ 0 h 6857999"/>
              <a:gd name="csX34" fmla="*/ 4350663 w 12191999"/>
              <a:gd name="csY34" fmla="*/ 4921062 h 6857999"/>
              <a:gd name="csX35" fmla="*/ 4755262 w 12191999"/>
              <a:gd name="csY35" fmla="*/ 5325660 h 6857999"/>
              <a:gd name="csX36" fmla="*/ 4755260 w 12191999"/>
              <a:gd name="csY36" fmla="*/ 5325661 h 6857999"/>
              <a:gd name="csX37" fmla="*/ 5159859 w 12191999"/>
              <a:gd name="csY37" fmla="*/ 4921063 h 6857999"/>
              <a:gd name="csX38" fmla="*/ 5159859 w 12191999"/>
              <a:gd name="csY38" fmla="*/ 0 h 6857999"/>
              <a:gd name="csX39" fmla="*/ 5220179 w 12191999"/>
              <a:gd name="csY39" fmla="*/ 0 h 6857999"/>
              <a:gd name="csX40" fmla="*/ 5220179 w 12191999"/>
              <a:gd name="csY40" fmla="*/ 4921062 h 6857999"/>
              <a:gd name="csX41" fmla="*/ 5624778 w 12191999"/>
              <a:gd name="csY41" fmla="*/ 5325660 h 6857999"/>
              <a:gd name="csX42" fmla="*/ 5624776 w 12191999"/>
              <a:gd name="csY42" fmla="*/ 5325661 h 6857999"/>
              <a:gd name="csX43" fmla="*/ 6029375 w 12191999"/>
              <a:gd name="csY43" fmla="*/ 4921063 h 6857999"/>
              <a:gd name="csX44" fmla="*/ 6029375 w 12191999"/>
              <a:gd name="csY44" fmla="*/ 0 h 6857999"/>
              <a:gd name="csX45" fmla="*/ 12191999 w 12191999"/>
              <a:gd name="csY45" fmla="*/ 0 h 6857999"/>
              <a:gd name="csX46" fmla="*/ 12191999 w 12191999"/>
              <a:gd name="csY46" fmla="*/ 6857999 h 6857999"/>
              <a:gd name="csX47" fmla="*/ 0 w 12191999"/>
              <a:gd name="csY47" fmla="*/ 6857999 h 6857999"/>
              <a:gd name="csX48" fmla="*/ 0 w 12191999"/>
              <a:gd name="csY48" fmla="*/ 4921064 h 6857999"/>
              <a:gd name="csX49" fmla="*/ 404598 w 12191999"/>
              <a:gd name="csY49" fmla="*/ 5325662 h 6857999"/>
              <a:gd name="csX50" fmla="*/ 404597 w 12191999"/>
              <a:gd name="csY50" fmla="*/ 5325663 h 6857999"/>
              <a:gd name="csX51" fmla="*/ 809195 w 12191999"/>
              <a:gd name="csY51" fmla="*/ 4921065 h 6857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2191999" h="6857999">
                <a:moveTo>
                  <a:pt x="809196" y="0"/>
                </a:moveTo>
                <a:lnTo>
                  <a:pt x="870030" y="0"/>
                </a:lnTo>
                <a:lnTo>
                  <a:pt x="870030" y="4921064"/>
                </a:lnTo>
                <a:cubicBezTo>
                  <a:pt x="870030" y="5144517"/>
                  <a:pt x="1051175" y="5325662"/>
                  <a:pt x="1274628" y="5325662"/>
                </a:cubicBezTo>
                <a:lnTo>
                  <a:pt x="1274627" y="5325663"/>
                </a:lnTo>
                <a:cubicBezTo>
                  <a:pt x="1498080" y="5325663"/>
                  <a:pt x="1679225" y="5144518"/>
                  <a:pt x="1679225" y="4921065"/>
                </a:cubicBezTo>
                <a:lnTo>
                  <a:pt x="1679226" y="0"/>
                </a:lnTo>
                <a:lnTo>
                  <a:pt x="2144656" y="0"/>
                </a:lnTo>
                <a:lnTo>
                  <a:pt x="2063117" y="8220"/>
                </a:lnTo>
                <a:cubicBezTo>
                  <a:pt x="1878749" y="45947"/>
                  <a:pt x="1740060" y="209076"/>
                  <a:pt x="1740060" y="404598"/>
                </a:cubicBezTo>
                <a:lnTo>
                  <a:pt x="1740060" y="5563582"/>
                </a:lnTo>
                <a:cubicBezTo>
                  <a:pt x="1740060" y="5787035"/>
                  <a:pt x="1921205" y="5968180"/>
                  <a:pt x="2144658" y="5968180"/>
                </a:cubicBezTo>
                <a:lnTo>
                  <a:pt x="2144657" y="5968181"/>
                </a:lnTo>
                <a:cubicBezTo>
                  <a:pt x="2368110" y="5968181"/>
                  <a:pt x="2549255" y="5787036"/>
                  <a:pt x="2549255" y="5563583"/>
                </a:cubicBezTo>
                <a:cubicBezTo>
                  <a:pt x="2549255" y="3843921"/>
                  <a:pt x="2549256" y="2124259"/>
                  <a:pt x="2549256" y="404598"/>
                </a:cubicBezTo>
                <a:cubicBezTo>
                  <a:pt x="2549256" y="209076"/>
                  <a:pt x="2410567" y="45947"/>
                  <a:pt x="2226199" y="8220"/>
                </a:cubicBezTo>
                <a:lnTo>
                  <a:pt x="2144660" y="0"/>
                </a:lnTo>
                <a:lnTo>
                  <a:pt x="2610090" y="0"/>
                </a:lnTo>
                <a:lnTo>
                  <a:pt x="2610090" y="4921063"/>
                </a:lnTo>
                <a:cubicBezTo>
                  <a:pt x="2610090" y="5144516"/>
                  <a:pt x="2791235" y="5325661"/>
                  <a:pt x="3014688" y="5325661"/>
                </a:cubicBezTo>
                <a:lnTo>
                  <a:pt x="3014687" y="5325662"/>
                </a:lnTo>
                <a:cubicBezTo>
                  <a:pt x="3238140" y="5325662"/>
                  <a:pt x="3419285" y="5144517"/>
                  <a:pt x="3419285" y="4921064"/>
                </a:cubicBezTo>
                <a:lnTo>
                  <a:pt x="3419286" y="0"/>
                </a:lnTo>
                <a:lnTo>
                  <a:pt x="3884704" y="0"/>
                </a:lnTo>
                <a:lnTo>
                  <a:pt x="3803177" y="8218"/>
                </a:lnTo>
                <a:cubicBezTo>
                  <a:pt x="3618809" y="45946"/>
                  <a:pt x="3480120" y="209075"/>
                  <a:pt x="3480120" y="404596"/>
                </a:cubicBezTo>
                <a:lnTo>
                  <a:pt x="3480120" y="5563581"/>
                </a:lnTo>
                <a:cubicBezTo>
                  <a:pt x="3480120" y="5787034"/>
                  <a:pt x="3661265" y="5968179"/>
                  <a:pt x="3884718" y="5968179"/>
                </a:cubicBezTo>
                <a:lnTo>
                  <a:pt x="3884717" y="5968180"/>
                </a:lnTo>
                <a:cubicBezTo>
                  <a:pt x="4108170" y="5968180"/>
                  <a:pt x="4289315" y="5787035"/>
                  <a:pt x="4289315" y="5563582"/>
                </a:cubicBezTo>
                <a:cubicBezTo>
                  <a:pt x="4289315" y="3843920"/>
                  <a:pt x="4289315" y="2124258"/>
                  <a:pt x="4289315" y="404596"/>
                </a:cubicBezTo>
                <a:cubicBezTo>
                  <a:pt x="4289315" y="209075"/>
                  <a:pt x="4150627" y="45946"/>
                  <a:pt x="3966258" y="8218"/>
                </a:cubicBezTo>
                <a:lnTo>
                  <a:pt x="3884732" y="0"/>
                </a:lnTo>
                <a:lnTo>
                  <a:pt x="4350663" y="0"/>
                </a:lnTo>
                <a:lnTo>
                  <a:pt x="4350663" y="4921062"/>
                </a:lnTo>
                <a:cubicBezTo>
                  <a:pt x="4350663" y="5144515"/>
                  <a:pt x="4531808" y="5325660"/>
                  <a:pt x="4755262" y="5325660"/>
                </a:cubicBezTo>
                <a:lnTo>
                  <a:pt x="4755260" y="5325661"/>
                </a:lnTo>
                <a:cubicBezTo>
                  <a:pt x="4978714" y="5325661"/>
                  <a:pt x="5159859" y="5144516"/>
                  <a:pt x="5159859" y="4921063"/>
                </a:cubicBezTo>
                <a:lnTo>
                  <a:pt x="5159859" y="0"/>
                </a:lnTo>
                <a:lnTo>
                  <a:pt x="5220179" y="0"/>
                </a:lnTo>
                <a:lnTo>
                  <a:pt x="5220179" y="4921062"/>
                </a:lnTo>
                <a:cubicBezTo>
                  <a:pt x="5220179" y="5144515"/>
                  <a:pt x="5401324" y="5325660"/>
                  <a:pt x="5624778" y="5325660"/>
                </a:cubicBezTo>
                <a:lnTo>
                  <a:pt x="5624776" y="5325661"/>
                </a:lnTo>
                <a:cubicBezTo>
                  <a:pt x="5848230" y="5325661"/>
                  <a:pt x="6029375" y="5144516"/>
                  <a:pt x="6029375" y="4921063"/>
                </a:cubicBezTo>
                <a:lnTo>
                  <a:pt x="6029375" y="0"/>
                </a:lnTo>
                <a:lnTo>
                  <a:pt x="12191999" y="0"/>
                </a:lnTo>
                <a:lnTo>
                  <a:pt x="12191999" y="6857999"/>
                </a:lnTo>
                <a:lnTo>
                  <a:pt x="0" y="6857999"/>
                </a:lnTo>
                <a:lnTo>
                  <a:pt x="0" y="4921064"/>
                </a:lnTo>
                <a:cubicBezTo>
                  <a:pt x="0" y="5144517"/>
                  <a:pt x="181145" y="5325662"/>
                  <a:pt x="404598" y="5325662"/>
                </a:cubicBezTo>
                <a:lnTo>
                  <a:pt x="404597" y="5325663"/>
                </a:lnTo>
                <a:cubicBezTo>
                  <a:pt x="628050" y="5325663"/>
                  <a:pt x="809195" y="5144518"/>
                  <a:pt x="809195" y="4921065"/>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1" name="TextBox 30">
            <a:extLst>
              <a:ext uri="{FF2B5EF4-FFF2-40B4-BE49-F238E27FC236}">
                <a16:creationId xmlns:a16="http://schemas.microsoft.com/office/drawing/2014/main" id="{604D3641-298E-ED0B-5F3B-A484E7401A2F}"/>
              </a:ext>
            </a:extLst>
          </p:cNvPr>
          <p:cNvSpPr txBox="1"/>
          <p:nvPr/>
        </p:nvSpPr>
        <p:spPr>
          <a:xfrm>
            <a:off x="6338646" y="1870238"/>
            <a:ext cx="5617028" cy="3046988"/>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The Art OF Microservices: Introducing Distributed Systems</a:t>
            </a:r>
          </a:p>
        </p:txBody>
      </p:sp>
    </p:spTree>
    <p:extLst>
      <p:ext uri="{BB962C8B-B14F-4D97-AF65-F5344CB8AC3E}">
        <p14:creationId xmlns:p14="http://schemas.microsoft.com/office/powerpoint/2010/main" val="33240062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fill="hold" nodeType="withEffect">
                                  <p:stCondLst>
                                    <p:cond delay="0"/>
                                  </p:stCondLst>
                                  <p:childTnLst>
                                    <p:animMotion origin="layout" path="M 0 0 L -0.25 0 " pathEditMode="relative" rAng="0" ptsTypes="AA">
                                      <p:cBhvr>
                                        <p:cTn id="6" dur="5000" fill="hold"/>
                                        <p:tgtEl>
                                          <p:spTgt spid="30"/>
                                        </p:tgtEl>
                                        <p:attrNameLst>
                                          <p:attrName>ppt_x</p:attrName>
                                          <p:attrName>ppt_y</p:attrName>
                                        </p:attrNameLst>
                                      </p:cBhvr>
                                      <p:rCtr x="-1250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6">
            <a:extLst>
              <a:ext uri="{FF2B5EF4-FFF2-40B4-BE49-F238E27FC236}">
                <a16:creationId xmlns:a16="http://schemas.microsoft.com/office/drawing/2014/main" id="{CED27BE5-D44B-4775-AF66-82566E5778BB}"/>
              </a:ext>
            </a:extLst>
          </p:cNvPr>
          <p:cNvSpPr txBox="1">
            <a:spLocks noGrp="1"/>
          </p:cNvSpPr>
          <p:nvPr>
            <p:ph type="title"/>
          </p:nvPr>
        </p:nvSpPr>
        <p:spPr>
          <a:xfrm>
            <a:off x="162333" y="-147639"/>
            <a:ext cx="10515600" cy="1325559"/>
          </a:xfrm>
        </p:spPr>
        <p:txBody>
          <a:bodyPr/>
          <a:lstStyle/>
          <a:p>
            <a:pPr lvl="0"/>
            <a:r>
              <a:rPr lang="da-DK"/>
              <a:t>Goroutine is not function nor procedure</a:t>
            </a:r>
            <a:endParaRPr lang="en-US"/>
          </a:p>
        </p:txBody>
      </p:sp>
      <p:sp>
        <p:nvSpPr>
          <p:cNvPr id="3" name="Content Placeholder 2">
            <a:extLst>
              <a:ext uri="{FF2B5EF4-FFF2-40B4-BE49-F238E27FC236}">
                <a16:creationId xmlns:a16="http://schemas.microsoft.com/office/drawing/2014/main" id="{FFE4E53C-4057-49CF-B7F8-34C2AF3837EC}"/>
              </a:ext>
            </a:extLst>
          </p:cNvPr>
          <p:cNvSpPr txBox="1">
            <a:spLocks noGrp="1"/>
          </p:cNvSpPr>
          <p:nvPr>
            <p:ph type="body" idx="4294967295"/>
          </p:nvPr>
        </p:nvSpPr>
        <p:spPr>
          <a:xfrm>
            <a:off x="81445" y="1177920"/>
            <a:ext cx="5530848" cy="5680079"/>
          </a:xfrm>
          <a:solidFill>
            <a:srgbClr val="000000"/>
          </a:solidFill>
        </p:spPr>
        <p:txBody>
          <a:bodyPr>
            <a:noAutofit/>
          </a:bodyPr>
          <a:lstStyle/>
          <a:p>
            <a:pPr marL="0" lvl="0" indent="0">
              <a:lnSpc>
                <a:spcPct val="120000"/>
              </a:lnSpc>
              <a:buNone/>
            </a:pPr>
            <a:r>
              <a:rPr lang="en-US" sz="2000">
                <a:solidFill>
                  <a:srgbClr val="569CD6"/>
                </a:solidFill>
                <a:latin typeface="Consolas" pitchFamily="49"/>
              </a:rPr>
              <a:t>package</a:t>
            </a:r>
            <a:r>
              <a:rPr lang="en-US" sz="2000">
                <a:solidFill>
                  <a:srgbClr val="D4D4D4"/>
                </a:solidFill>
                <a:latin typeface="Consolas" pitchFamily="49"/>
              </a:rPr>
              <a:t> main</a:t>
            </a:r>
            <a:br>
              <a:rPr lang="en-US" sz="2000">
                <a:solidFill>
                  <a:srgbClr val="D4D4D4"/>
                </a:solidFill>
                <a:latin typeface="Consolas" pitchFamily="49"/>
              </a:rPr>
            </a:br>
            <a:r>
              <a:rPr lang="en-US" sz="2000">
                <a:solidFill>
                  <a:srgbClr val="569CD6"/>
                </a:solidFill>
                <a:latin typeface="Consolas" pitchFamily="49"/>
              </a:rPr>
              <a:t>const</a:t>
            </a:r>
            <a:r>
              <a:rPr lang="en-US" sz="2000">
                <a:solidFill>
                  <a:srgbClr val="D4D4D4"/>
                </a:solidFill>
                <a:latin typeface="Consolas" pitchFamily="49"/>
              </a:rPr>
              <a:t> </a:t>
            </a:r>
            <a:r>
              <a:rPr lang="en-US" sz="2000">
                <a:solidFill>
                  <a:srgbClr val="9CDCFE"/>
                </a:solidFill>
                <a:latin typeface="Consolas" pitchFamily="49"/>
              </a:rPr>
              <a:t>N</a:t>
            </a:r>
            <a:r>
              <a:rPr lang="en-US" sz="2000">
                <a:solidFill>
                  <a:srgbClr val="D4D4D4"/>
                </a:solidFill>
                <a:latin typeface="Consolas" pitchFamily="49"/>
              </a:rPr>
              <a:t> = </a:t>
            </a:r>
            <a:r>
              <a:rPr lang="en-US" sz="2000">
                <a:solidFill>
                  <a:srgbClr val="B5CEA8"/>
                </a:solidFill>
                <a:latin typeface="Consolas" pitchFamily="49"/>
              </a:rPr>
              <a:t>1</a:t>
            </a:r>
            <a:br>
              <a:rPr lang="en-US" sz="2000">
                <a:solidFill>
                  <a:srgbClr val="B5CEA8"/>
                </a:solidFill>
                <a:latin typeface="Consolas" pitchFamily="49"/>
              </a:rPr>
            </a:br>
            <a:r>
              <a:rPr lang="en-US" sz="2000">
                <a:solidFill>
                  <a:srgbClr val="569CD6"/>
                </a:solidFill>
                <a:latin typeface="Consolas" pitchFamily="49"/>
              </a:rPr>
              <a:t>func</a:t>
            </a:r>
            <a:r>
              <a:rPr lang="en-US" sz="2000">
                <a:solidFill>
                  <a:srgbClr val="D4D4D4"/>
                </a:solidFill>
                <a:latin typeface="Consolas" pitchFamily="49"/>
              </a:rPr>
              <a:t> </a:t>
            </a:r>
            <a:r>
              <a:rPr lang="en-US" sz="2000">
                <a:solidFill>
                  <a:srgbClr val="DCDCAA"/>
                </a:solidFill>
                <a:latin typeface="Consolas" pitchFamily="49"/>
              </a:rPr>
              <a:t>c</a:t>
            </a:r>
            <a:r>
              <a:rPr lang="en-US" sz="2000">
                <a:solidFill>
                  <a:srgbClr val="D4D4D4"/>
                </a:solidFill>
                <a:latin typeface="Consolas" pitchFamily="49"/>
              </a:rPr>
              <a:t>() {</a:t>
            </a:r>
            <a:br>
              <a:rPr lang="en-US" sz="2000">
                <a:solidFill>
                  <a:srgbClr val="D4D4D4"/>
                </a:solidFill>
                <a:latin typeface="Consolas" pitchFamily="49"/>
              </a:rPr>
            </a:br>
            <a:r>
              <a:rPr lang="en-US" sz="2000">
                <a:solidFill>
                  <a:srgbClr val="D4D4D4"/>
                </a:solidFill>
                <a:latin typeface="Consolas" pitchFamily="49"/>
              </a:rPr>
              <a:t>    </a:t>
            </a:r>
            <a:r>
              <a:rPr lang="en-US" sz="2000">
                <a:solidFill>
                  <a:srgbClr val="C586C0"/>
                </a:solidFill>
                <a:latin typeface="Consolas" pitchFamily="49"/>
              </a:rPr>
              <a:t>for</a:t>
            </a:r>
            <a:r>
              <a:rPr lang="en-US" sz="2000">
                <a:solidFill>
                  <a:srgbClr val="D4D4D4"/>
                </a:solidFill>
                <a:latin typeface="Consolas" pitchFamily="49"/>
              </a:rPr>
              <a:t> </a:t>
            </a:r>
            <a:r>
              <a:rPr lang="en-US" sz="2000">
                <a:solidFill>
                  <a:srgbClr val="9CDCFE"/>
                </a:solidFill>
                <a:latin typeface="Consolas" pitchFamily="49"/>
              </a:rPr>
              <a:t>i</a:t>
            </a:r>
            <a:r>
              <a:rPr lang="en-US" sz="2000">
                <a:solidFill>
                  <a:srgbClr val="D4D4D4"/>
                </a:solidFill>
                <a:latin typeface="Consolas" pitchFamily="49"/>
              </a:rPr>
              <a:t> := </a:t>
            </a:r>
            <a:r>
              <a:rPr lang="en-US" sz="2000">
                <a:solidFill>
                  <a:srgbClr val="B5CEA8"/>
                </a:solidFill>
                <a:latin typeface="Consolas" pitchFamily="49"/>
              </a:rPr>
              <a:t>0</a:t>
            </a:r>
            <a:r>
              <a:rPr lang="en-US" sz="2000">
                <a:solidFill>
                  <a:srgbClr val="D4D4D4"/>
                </a:solidFill>
                <a:latin typeface="Consolas" pitchFamily="49"/>
              </a:rPr>
              <a:t>; i &lt; N; i++ {</a:t>
            </a:r>
            <a:br>
              <a:rPr lang="en-US" sz="2000">
                <a:solidFill>
                  <a:srgbClr val="D4D4D4"/>
                </a:solidFill>
                <a:latin typeface="Consolas" pitchFamily="49"/>
              </a:rPr>
            </a:br>
            <a:r>
              <a:rPr lang="en-US" sz="2000">
                <a:solidFill>
                  <a:srgbClr val="D4D4D4"/>
                </a:solidFill>
                <a:latin typeface="Consolas" pitchFamily="49"/>
              </a:rPr>
              <a:t>        </a:t>
            </a:r>
            <a:r>
              <a:rPr lang="en-US" sz="2000">
                <a:solidFill>
                  <a:srgbClr val="DCDCAA"/>
                </a:solidFill>
                <a:latin typeface="Consolas" pitchFamily="49"/>
              </a:rPr>
              <a:t>print</a:t>
            </a:r>
            <a:r>
              <a:rPr lang="en-US" sz="2000">
                <a:solidFill>
                  <a:srgbClr val="D4D4D4"/>
                </a:solidFill>
                <a:latin typeface="Consolas" pitchFamily="49"/>
              </a:rPr>
              <a:t>(</a:t>
            </a:r>
            <a:r>
              <a:rPr lang="en-US" sz="2000">
                <a:solidFill>
                  <a:srgbClr val="CE9178"/>
                </a:solidFill>
                <a:latin typeface="Consolas" pitchFamily="49"/>
              </a:rPr>
              <a:t>"-"</a:t>
            </a:r>
            <a:r>
              <a:rPr lang="en-US" sz="2000">
                <a:solidFill>
                  <a:srgbClr val="D4D4D4"/>
                </a:solidFill>
                <a:latin typeface="Consolas" pitchFamily="49"/>
              </a:rPr>
              <a:t>)</a:t>
            </a:r>
            <a:br>
              <a:rPr lang="en-US" sz="2000">
                <a:solidFill>
                  <a:srgbClr val="D4D4D4"/>
                </a:solidFill>
                <a:latin typeface="Consolas" pitchFamily="49"/>
              </a:rPr>
            </a:br>
            <a:r>
              <a:rPr lang="en-US" sz="2000">
                <a:solidFill>
                  <a:srgbClr val="D4D4D4"/>
                </a:solidFill>
                <a:latin typeface="Consolas" pitchFamily="49"/>
              </a:rPr>
              <a:t>    }</a:t>
            </a:r>
            <a:br>
              <a:rPr lang="en-US" sz="2000">
                <a:solidFill>
                  <a:srgbClr val="D4D4D4"/>
                </a:solidFill>
                <a:latin typeface="Consolas" pitchFamily="49"/>
              </a:rPr>
            </a:br>
            <a:r>
              <a:rPr lang="en-US" sz="2000">
                <a:solidFill>
                  <a:srgbClr val="D4D4D4"/>
                </a:solidFill>
                <a:latin typeface="Consolas" pitchFamily="49"/>
              </a:rPr>
              <a:t>}</a:t>
            </a:r>
            <a:br>
              <a:rPr lang="en-US" sz="2000">
                <a:solidFill>
                  <a:srgbClr val="D4D4D4"/>
                </a:solidFill>
                <a:latin typeface="Consolas" pitchFamily="49"/>
              </a:rPr>
            </a:br>
            <a:r>
              <a:rPr lang="en-US" sz="2000">
                <a:solidFill>
                  <a:srgbClr val="569CD6"/>
                </a:solidFill>
                <a:latin typeface="Consolas" pitchFamily="49"/>
              </a:rPr>
              <a:t>func</a:t>
            </a:r>
            <a:r>
              <a:rPr lang="en-US" sz="2000">
                <a:solidFill>
                  <a:srgbClr val="D4D4D4"/>
                </a:solidFill>
                <a:latin typeface="Consolas" pitchFamily="49"/>
              </a:rPr>
              <a:t> </a:t>
            </a:r>
            <a:r>
              <a:rPr lang="en-US" sz="2000">
                <a:solidFill>
                  <a:srgbClr val="DCDCAA"/>
                </a:solidFill>
                <a:latin typeface="Consolas" pitchFamily="49"/>
              </a:rPr>
              <a:t>main</a:t>
            </a:r>
            <a:r>
              <a:rPr lang="en-US" sz="2000">
                <a:solidFill>
                  <a:srgbClr val="D4D4D4"/>
                </a:solidFill>
                <a:latin typeface="Consolas" pitchFamily="49"/>
              </a:rPr>
              <a:t>() {</a:t>
            </a:r>
            <a:br>
              <a:rPr lang="en-US" sz="2000">
                <a:solidFill>
                  <a:srgbClr val="D4D4D4"/>
                </a:solidFill>
                <a:latin typeface="Consolas" pitchFamily="49"/>
              </a:rPr>
            </a:br>
            <a:r>
              <a:rPr lang="en-US" sz="2000">
                <a:solidFill>
                  <a:srgbClr val="D4D4D4"/>
                </a:solidFill>
                <a:latin typeface="Consolas" pitchFamily="49"/>
              </a:rPr>
              <a:t>    </a:t>
            </a:r>
            <a:r>
              <a:rPr lang="en-US" sz="2000">
                <a:solidFill>
                  <a:srgbClr val="DCDCAA"/>
                </a:solidFill>
                <a:latin typeface="Consolas" pitchFamily="49"/>
              </a:rPr>
              <a:t>println</a:t>
            </a:r>
            <a:r>
              <a:rPr lang="en-US" sz="2000">
                <a:solidFill>
                  <a:srgbClr val="D4D4D4"/>
                </a:solidFill>
                <a:latin typeface="Consolas" pitchFamily="49"/>
              </a:rPr>
              <a:t>(</a:t>
            </a:r>
            <a:r>
              <a:rPr lang="en-US" sz="2000">
                <a:solidFill>
                  <a:srgbClr val="CE9178"/>
                </a:solidFill>
                <a:latin typeface="Consolas" pitchFamily="49"/>
              </a:rPr>
              <a:t>"begin"</a:t>
            </a:r>
            <a:r>
              <a:rPr lang="en-US" sz="2000">
                <a:solidFill>
                  <a:srgbClr val="D4D4D4"/>
                </a:solidFill>
                <a:latin typeface="Consolas" pitchFamily="49"/>
              </a:rPr>
              <a:t>) </a:t>
            </a:r>
            <a:r>
              <a:rPr lang="en-US" sz="2000">
                <a:solidFill>
                  <a:srgbClr val="6A9955"/>
                </a:solidFill>
                <a:latin typeface="Consolas" pitchFamily="49"/>
              </a:rPr>
              <a:t>// A</a:t>
            </a:r>
            <a:br>
              <a:rPr lang="en-US" sz="2000">
                <a:solidFill>
                  <a:srgbClr val="6A9955"/>
                </a:solidFill>
                <a:latin typeface="Consolas" pitchFamily="49"/>
              </a:rPr>
            </a:br>
            <a:r>
              <a:rPr lang="en-US" sz="2000">
                <a:solidFill>
                  <a:srgbClr val="D4D4D4"/>
                </a:solidFill>
                <a:latin typeface="Consolas" pitchFamily="49"/>
              </a:rPr>
              <a:t>    </a:t>
            </a:r>
            <a:r>
              <a:rPr lang="en-US" sz="2000">
                <a:solidFill>
                  <a:srgbClr val="C586C0"/>
                </a:solidFill>
                <a:latin typeface="Consolas" pitchFamily="49"/>
              </a:rPr>
              <a:t>go</a:t>
            </a:r>
            <a:r>
              <a:rPr lang="en-US" sz="2000">
                <a:solidFill>
                  <a:srgbClr val="D4D4D4"/>
                </a:solidFill>
                <a:latin typeface="Consolas" pitchFamily="49"/>
              </a:rPr>
              <a:t> </a:t>
            </a:r>
            <a:r>
              <a:rPr lang="en-US" sz="2000">
                <a:solidFill>
                  <a:srgbClr val="DCDCAA"/>
                </a:solidFill>
                <a:latin typeface="Consolas" pitchFamily="49"/>
              </a:rPr>
              <a:t>c</a:t>
            </a:r>
            <a:r>
              <a:rPr lang="en-US" sz="2000">
                <a:solidFill>
                  <a:srgbClr val="D4D4D4"/>
                </a:solidFill>
                <a:latin typeface="Consolas" pitchFamily="49"/>
              </a:rPr>
              <a:t>()           </a:t>
            </a:r>
            <a:r>
              <a:rPr lang="en-US" sz="2000">
                <a:solidFill>
                  <a:srgbClr val="6A9955"/>
                </a:solidFill>
                <a:latin typeface="Consolas" pitchFamily="49"/>
              </a:rPr>
              <a:t>// fork C</a:t>
            </a:r>
            <a:br>
              <a:rPr lang="en-US" sz="2000">
                <a:solidFill>
                  <a:srgbClr val="6A9955"/>
                </a:solidFill>
                <a:latin typeface="Consolas" pitchFamily="49"/>
              </a:rPr>
            </a:br>
            <a:r>
              <a:rPr lang="en-US" sz="2000">
                <a:solidFill>
                  <a:srgbClr val="6A9955"/>
                </a:solidFill>
                <a:latin typeface="Consolas" pitchFamily="49"/>
              </a:rPr>
              <a:t>  </a:t>
            </a:r>
            <a:r>
              <a:rPr lang="en-US" sz="2000">
                <a:solidFill>
                  <a:srgbClr val="D4D4D4"/>
                </a:solidFill>
                <a:latin typeface="Consolas" pitchFamily="49"/>
              </a:rPr>
              <a:t>  </a:t>
            </a:r>
            <a:r>
              <a:rPr lang="en-US" sz="2000">
                <a:solidFill>
                  <a:srgbClr val="C586C0"/>
                </a:solidFill>
                <a:latin typeface="Consolas" pitchFamily="49"/>
              </a:rPr>
              <a:t>for</a:t>
            </a:r>
            <a:r>
              <a:rPr lang="en-US" sz="2000">
                <a:solidFill>
                  <a:srgbClr val="D4D4D4"/>
                </a:solidFill>
                <a:latin typeface="Consolas" pitchFamily="49"/>
              </a:rPr>
              <a:t> </a:t>
            </a:r>
            <a:r>
              <a:rPr lang="en-US" sz="2000">
                <a:solidFill>
                  <a:srgbClr val="9CDCFE"/>
                </a:solidFill>
                <a:latin typeface="Consolas" pitchFamily="49"/>
              </a:rPr>
              <a:t>i</a:t>
            </a:r>
            <a:r>
              <a:rPr lang="en-US" sz="2000">
                <a:solidFill>
                  <a:srgbClr val="D4D4D4"/>
                </a:solidFill>
                <a:latin typeface="Consolas" pitchFamily="49"/>
              </a:rPr>
              <a:t> := </a:t>
            </a:r>
            <a:r>
              <a:rPr lang="en-US" sz="2000">
                <a:solidFill>
                  <a:srgbClr val="B5CEA8"/>
                </a:solidFill>
                <a:latin typeface="Consolas" pitchFamily="49"/>
              </a:rPr>
              <a:t>0</a:t>
            </a:r>
            <a:r>
              <a:rPr lang="en-US" sz="2000">
                <a:solidFill>
                  <a:srgbClr val="D4D4D4"/>
                </a:solidFill>
                <a:latin typeface="Consolas" pitchFamily="49"/>
              </a:rPr>
              <a:t>; i &lt; N; i++ {</a:t>
            </a:r>
            <a:br>
              <a:rPr lang="en-US" sz="2000">
                <a:solidFill>
                  <a:srgbClr val="D4D4D4"/>
                </a:solidFill>
                <a:latin typeface="Consolas" pitchFamily="49"/>
              </a:rPr>
            </a:br>
            <a:r>
              <a:rPr lang="en-US" sz="2000">
                <a:solidFill>
                  <a:srgbClr val="D4D4D4"/>
                </a:solidFill>
                <a:latin typeface="Consolas" pitchFamily="49"/>
              </a:rPr>
              <a:t>             </a:t>
            </a:r>
            <a:r>
              <a:rPr lang="en-US" sz="2000">
                <a:solidFill>
                  <a:srgbClr val="DCDCAA"/>
                </a:solidFill>
                <a:latin typeface="Consolas" pitchFamily="49"/>
              </a:rPr>
              <a:t>print</a:t>
            </a:r>
            <a:r>
              <a:rPr lang="en-US" sz="2000">
                <a:solidFill>
                  <a:srgbClr val="D4D4D4"/>
                </a:solidFill>
                <a:latin typeface="Consolas" pitchFamily="49"/>
              </a:rPr>
              <a:t>(</a:t>
            </a:r>
            <a:r>
              <a:rPr lang="en-US" sz="2000">
                <a:solidFill>
                  <a:srgbClr val="CE9178"/>
                </a:solidFill>
                <a:latin typeface="Consolas" pitchFamily="49"/>
              </a:rPr>
              <a:t>"."</a:t>
            </a:r>
            <a:r>
              <a:rPr lang="en-US" sz="2000">
                <a:solidFill>
                  <a:srgbClr val="D4D4D4"/>
                </a:solidFill>
                <a:latin typeface="Consolas" pitchFamily="49"/>
              </a:rPr>
              <a:t>) </a:t>
            </a:r>
            <a:r>
              <a:rPr lang="en-US" sz="2000">
                <a:solidFill>
                  <a:srgbClr val="6A9955"/>
                </a:solidFill>
                <a:latin typeface="Consolas" pitchFamily="49"/>
              </a:rPr>
              <a:t>// B</a:t>
            </a:r>
            <a:br>
              <a:rPr lang="en-US" sz="2000">
                <a:solidFill>
                  <a:srgbClr val="6A9955"/>
                </a:solidFill>
                <a:latin typeface="Consolas" pitchFamily="49"/>
              </a:rPr>
            </a:br>
            <a:r>
              <a:rPr lang="en-US" sz="2000">
                <a:solidFill>
                  <a:srgbClr val="D4D4D4"/>
                </a:solidFill>
                <a:latin typeface="Consolas" pitchFamily="49"/>
              </a:rPr>
              <a:t>  }</a:t>
            </a:r>
            <a:br>
              <a:rPr lang="en-US" sz="2000">
                <a:solidFill>
                  <a:srgbClr val="D4D4D4"/>
                </a:solidFill>
                <a:latin typeface="Consolas" pitchFamily="49"/>
              </a:rPr>
            </a:br>
            <a:r>
              <a:rPr lang="en-US" sz="2000">
                <a:solidFill>
                  <a:srgbClr val="D4D4D4"/>
                </a:solidFill>
                <a:latin typeface="Consolas" pitchFamily="49"/>
              </a:rPr>
              <a:t> </a:t>
            </a:r>
            <a:r>
              <a:rPr lang="en-US" sz="2000">
                <a:solidFill>
                  <a:srgbClr val="DCDCAA"/>
                </a:solidFill>
                <a:latin typeface="Consolas" pitchFamily="49"/>
              </a:rPr>
              <a:t>println</a:t>
            </a:r>
            <a:r>
              <a:rPr lang="en-US" sz="2000">
                <a:solidFill>
                  <a:srgbClr val="D4D4D4"/>
                </a:solidFill>
                <a:latin typeface="Consolas" pitchFamily="49"/>
              </a:rPr>
              <a:t>(</a:t>
            </a:r>
            <a:r>
              <a:rPr lang="en-US" sz="2000">
                <a:solidFill>
                  <a:srgbClr val="CE9178"/>
                </a:solidFill>
                <a:latin typeface="Consolas" pitchFamily="49"/>
              </a:rPr>
              <a:t>"</a:t>
            </a:r>
            <a:r>
              <a:rPr lang="en-US" sz="2000">
                <a:solidFill>
                  <a:srgbClr val="D7BA7D"/>
                </a:solidFill>
                <a:latin typeface="Consolas" pitchFamily="49"/>
              </a:rPr>
              <a:t>\n</a:t>
            </a:r>
            <a:r>
              <a:rPr lang="en-US" sz="2000">
                <a:solidFill>
                  <a:srgbClr val="CE9178"/>
                </a:solidFill>
                <a:latin typeface="Consolas" pitchFamily="49"/>
              </a:rPr>
              <a:t>end"</a:t>
            </a:r>
            <a:r>
              <a:rPr lang="en-US" sz="2000">
                <a:solidFill>
                  <a:srgbClr val="D4D4D4"/>
                </a:solidFill>
                <a:latin typeface="Consolas" pitchFamily="49"/>
              </a:rPr>
              <a:t>) </a:t>
            </a:r>
            <a:r>
              <a:rPr lang="en-US" sz="2000">
                <a:solidFill>
                  <a:srgbClr val="6A9955"/>
                </a:solidFill>
                <a:latin typeface="Consolas" pitchFamily="49"/>
              </a:rPr>
              <a:t>// D</a:t>
            </a:r>
            <a:br>
              <a:rPr lang="en-US" sz="2000">
                <a:solidFill>
                  <a:srgbClr val="6A9955"/>
                </a:solidFill>
                <a:latin typeface="Consolas" pitchFamily="49"/>
              </a:rPr>
            </a:br>
            <a:r>
              <a:rPr lang="en-US" sz="2000">
                <a:solidFill>
                  <a:srgbClr val="D4D4D4"/>
                </a:solidFill>
                <a:latin typeface="Consolas" pitchFamily="49"/>
              </a:rPr>
              <a:t>}</a:t>
            </a:r>
          </a:p>
          <a:p>
            <a:pPr marL="0" lvl="0" indent="0">
              <a:buNone/>
            </a:pPr>
            <a:br>
              <a:rPr lang="en-US" sz="2000">
                <a:solidFill>
                  <a:srgbClr val="D4D4D4"/>
                </a:solidFill>
                <a:latin typeface="Consolas" pitchFamily="49"/>
              </a:rPr>
            </a:br>
            <a:endParaRPr lang="en-US" sz="2000">
              <a:solidFill>
                <a:srgbClr val="D4D4D4"/>
              </a:solidFill>
              <a:latin typeface="Consolas" pitchFamily="49"/>
            </a:endParaRPr>
          </a:p>
          <a:p>
            <a:pPr marL="0" lvl="0" indent="0">
              <a:buNone/>
            </a:pPr>
            <a:endParaRPr lang="en-US" sz="2000"/>
          </a:p>
        </p:txBody>
      </p:sp>
      <p:sp>
        <p:nvSpPr>
          <p:cNvPr id="4" name="TextBox 4">
            <a:extLst>
              <a:ext uri="{FF2B5EF4-FFF2-40B4-BE49-F238E27FC236}">
                <a16:creationId xmlns:a16="http://schemas.microsoft.com/office/drawing/2014/main" id="{4882BC2C-172E-433B-B11C-B749FAD04D3A}"/>
              </a:ext>
            </a:extLst>
          </p:cNvPr>
          <p:cNvSpPr txBox="1"/>
          <p:nvPr/>
        </p:nvSpPr>
        <p:spPr>
          <a:xfrm>
            <a:off x="6229185" y="1182694"/>
            <a:ext cx="5396944" cy="3785652"/>
          </a:xfrm>
          <a:prstGeom prst="rect">
            <a:avLst/>
          </a:prstGeom>
          <a:solidFill>
            <a:srgbClr val="D0CECE"/>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0" i="0" u="none" strike="noStrike" kern="1200" cap="none" spc="0" normalizeH="0" baseline="0" noProof="0">
                <a:ln>
                  <a:noFill/>
                </a:ln>
                <a:solidFill>
                  <a:srgbClr val="000000"/>
                </a:solidFill>
                <a:effectLst/>
                <a:uLnTx/>
                <a:uFillTx/>
                <a:latin typeface="Calibri"/>
                <a:ea typeface="+mn-ea"/>
                <a:cs typeface="+mn-cs"/>
              </a:rPr>
              <a:t>D:\GO&gt;go run P2.go</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0" i="0" u="none" strike="noStrike" kern="1200" cap="none" spc="0" normalizeH="0" baseline="0" noProof="0">
                <a:ln>
                  <a:noFill/>
                </a:ln>
                <a:solidFill>
                  <a:srgbClr val="000000"/>
                </a:solidFill>
                <a:effectLst/>
                <a:uLnTx/>
                <a:uFillTx/>
                <a:latin typeface="Calibri"/>
                <a:ea typeface="+mn-ea"/>
                <a:cs typeface="+mn-cs"/>
              </a:rPr>
              <a:t>begin</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0" i="0" u="none" strike="noStrike" kern="1200" cap="none" spc="0" normalizeH="0" baseline="0" noProof="0">
                <a:ln>
                  <a:noFill/>
                </a:ln>
                <a:solidFill>
                  <a:srgbClr val="000000"/>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0" i="0" u="none" strike="noStrike" kern="1200" cap="none" spc="0" normalizeH="0" baseline="0" noProof="0">
                <a:ln>
                  <a:noFill/>
                </a:ln>
                <a:solidFill>
                  <a:srgbClr val="000000"/>
                </a:solidFill>
                <a:effectLst/>
                <a:uLnTx/>
                <a:uFillTx/>
                <a:latin typeface="Calibri"/>
                <a:ea typeface="+mn-ea"/>
                <a:cs typeface="+mn-cs"/>
              </a:rPr>
              <a:t>end</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US" sz="4000" b="0" i="0" u="none" strike="noStrike" kern="1200" cap="none" spc="0" normalizeH="0" baseline="0" noProof="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0" i="0" u="none" strike="noStrike" kern="1200" cap="none" spc="0" normalizeH="0" baseline="0" noProof="0">
                <a:ln>
                  <a:noFill/>
                </a:ln>
                <a:solidFill>
                  <a:srgbClr val="000000"/>
                </a:solidFill>
                <a:effectLst/>
                <a:uLnTx/>
                <a:uFillTx/>
                <a:latin typeface="Calibri"/>
                <a:ea typeface="+mn-ea"/>
                <a:cs typeface="+mn-cs"/>
              </a:rPr>
              <a:t>D:\GO&gt;</a:t>
            </a:r>
          </a:p>
        </p:txBody>
      </p:sp>
      <p:sp>
        <p:nvSpPr>
          <p:cNvPr id="5" name="TextBox 5">
            <a:extLst>
              <a:ext uri="{FF2B5EF4-FFF2-40B4-BE49-F238E27FC236}">
                <a16:creationId xmlns:a16="http://schemas.microsoft.com/office/drawing/2014/main" id="{5D4A0842-0CB0-4A2B-A5A0-58E4F444D217}"/>
              </a:ext>
            </a:extLst>
          </p:cNvPr>
          <p:cNvSpPr txBox="1"/>
          <p:nvPr/>
        </p:nvSpPr>
        <p:spPr>
          <a:xfrm>
            <a:off x="6229185" y="4919005"/>
            <a:ext cx="4993419" cy="1938994"/>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4000" b="0" i="0" u="none" strike="noStrike" kern="1200" cap="none" spc="0" normalizeH="0" baseline="0" noProof="0">
                <a:ln>
                  <a:noFill/>
                </a:ln>
                <a:solidFill>
                  <a:srgbClr val="000000"/>
                </a:solidFill>
                <a:effectLst/>
                <a:uLnTx/>
                <a:uFillTx/>
                <a:latin typeface="Calibri"/>
                <a:ea typeface="+mn-ea"/>
                <a:cs typeface="+mn-cs"/>
              </a:rPr>
              <a:t>What is happening? Why do not we see ”–”?</a:t>
            </a:r>
            <a:endParaRPr kumimoji="0" lang="en-US" sz="4000" b="0" i="0" u="none" strike="noStrike" kern="1200" cap="none" spc="0" normalizeH="0" baseline="0" noProof="0">
              <a:ln>
                <a:noFill/>
              </a:ln>
              <a:solidFill>
                <a:srgbClr val="000000"/>
              </a:solidFill>
              <a:effectLst/>
              <a:uLnTx/>
              <a:uFillTx/>
              <a:latin typeface="Calibri"/>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18EE-B77F-42EC-BCCB-EC16887CF787}"/>
              </a:ext>
            </a:extLst>
          </p:cNvPr>
          <p:cNvSpPr txBox="1">
            <a:spLocks noGrp="1"/>
          </p:cNvSpPr>
          <p:nvPr>
            <p:ph type="title"/>
          </p:nvPr>
        </p:nvSpPr>
        <p:spPr>
          <a:xfrm>
            <a:off x="838203" y="365129"/>
            <a:ext cx="5402915" cy="1325559"/>
          </a:xfrm>
        </p:spPr>
        <p:txBody>
          <a:bodyPr/>
          <a:lstStyle/>
          <a:p>
            <a:pPr lvl="0"/>
            <a:r>
              <a:rPr lang="da-DK"/>
              <a:t>Channel</a:t>
            </a:r>
            <a:endParaRPr lang="en-US"/>
          </a:p>
        </p:txBody>
      </p:sp>
      <p:sp>
        <p:nvSpPr>
          <p:cNvPr id="3" name="TextBox 3">
            <a:extLst>
              <a:ext uri="{FF2B5EF4-FFF2-40B4-BE49-F238E27FC236}">
                <a16:creationId xmlns:a16="http://schemas.microsoft.com/office/drawing/2014/main" id="{01583FA7-D21F-4D10-824F-8B264A7868B7}"/>
              </a:ext>
            </a:extLst>
          </p:cNvPr>
          <p:cNvSpPr txBox="1"/>
          <p:nvPr/>
        </p:nvSpPr>
        <p:spPr>
          <a:xfrm>
            <a:off x="146441" y="1690689"/>
            <a:ext cx="6094677" cy="5078312"/>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package</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main</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const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800" b="0" i="0" u="none" strike="noStrike" kern="1200" cap="none" spc="0" normalizeH="0" baseline="0" noProof="0">
                <a:ln>
                  <a:noFill/>
                </a:ln>
                <a:solidFill>
                  <a:srgbClr val="B5CEA8"/>
                </a:solidFill>
                <a:effectLst/>
                <a:uLnTx/>
                <a:uFillTx/>
                <a:latin typeface="Consolas" pitchFamily="49"/>
                <a:ea typeface="+mn-ea"/>
                <a:cs typeface="+mn-cs"/>
              </a:rPr>
              <a:t>100</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done</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make</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569CD6"/>
                </a:solidFill>
                <a:effectLst/>
                <a:uLnTx/>
                <a:uFillTx/>
                <a:latin typeface="Consolas" pitchFamily="49"/>
                <a:ea typeface="+mn-ea"/>
                <a:cs typeface="+mn-cs"/>
              </a:rPr>
              <a:t>chan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i</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800" b="0" i="0" u="none" strike="noStrike" kern="1200" cap="none" spc="0" normalizeH="0" baseline="0" noProof="0">
                <a:ln>
                  <a:noFill/>
                </a:ln>
                <a:solidFill>
                  <a:srgbClr val="B5CEA8"/>
                </a:solidFill>
                <a:effectLst/>
                <a:uLnTx/>
                <a:uFillTx/>
                <a:latin typeface="Consolas" pitchFamily="49"/>
                <a:ea typeface="+mn-ea"/>
                <a:cs typeface="+mn-cs"/>
              </a:rPr>
              <a:t>0</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i &lt; N; i++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done &lt;- </a:t>
            </a:r>
            <a:r>
              <a:rPr kumimoji="0" lang="en-US" sz="1800" b="0" i="0" u="none" strike="noStrike" kern="1200" cap="none" spc="0" normalizeH="0" baseline="0" noProof="0">
                <a:ln>
                  <a:noFill/>
                </a:ln>
                <a:solidFill>
                  <a:srgbClr val="B5CEA8"/>
                </a:solidFill>
                <a:effectLst/>
                <a:uLnTx/>
                <a:uFillTx/>
                <a:latin typeface="Consolas" pitchFamily="49"/>
                <a:ea typeface="+mn-ea"/>
                <a:cs typeface="+mn-cs"/>
              </a:rPr>
              <a:t>0</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main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println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"begin"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A</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fork C</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i</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800" b="0" i="0" u="none" strike="noStrike" kern="1200" cap="none" spc="0" normalizeH="0" baseline="0" noProof="0">
                <a:ln>
                  <a:noFill/>
                </a:ln>
                <a:solidFill>
                  <a:srgbClr val="B5CEA8"/>
                </a:solidFill>
                <a:effectLst/>
                <a:uLnTx/>
                <a:uFillTx/>
                <a:latin typeface="Consolas" pitchFamily="49"/>
                <a:ea typeface="+mn-ea"/>
                <a:cs typeface="+mn-cs"/>
              </a:rPr>
              <a:t>0</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i &lt; N; i++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B</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&lt;-done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wait C</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println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8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end"</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D</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p:txBody>
      </p:sp>
      <p:sp>
        <p:nvSpPr>
          <p:cNvPr id="4" name="TextBox 5">
            <a:extLst>
              <a:ext uri="{FF2B5EF4-FFF2-40B4-BE49-F238E27FC236}">
                <a16:creationId xmlns:a16="http://schemas.microsoft.com/office/drawing/2014/main" id="{93E13B38-F4B0-4C88-9DAF-2E89177D008F}"/>
              </a:ext>
            </a:extLst>
          </p:cNvPr>
          <p:cNvSpPr txBox="1"/>
          <p:nvPr/>
        </p:nvSpPr>
        <p:spPr>
          <a:xfrm>
            <a:off x="6410254" y="3965597"/>
            <a:ext cx="4765743" cy="2585319"/>
          </a:xfrm>
          <a:prstGeom prst="rect">
            <a:avLst/>
          </a:prstGeom>
          <a:solidFill>
            <a:srgbClr val="AFABAB"/>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US" sz="1800" b="0" i="0" u="none" strike="noStrike" kern="1200" cap="none" spc="0" normalizeH="0" baseline="0" noProof="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D:\GO&gt;go run P2.go</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begin</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end</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US" sz="1800" b="0" i="0" u="none" strike="noStrike" kern="1200" cap="none" spc="0" normalizeH="0" baseline="0" noProof="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D:\GO&gt;</a:t>
            </a:r>
          </a:p>
        </p:txBody>
      </p:sp>
      <p:sp>
        <p:nvSpPr>
          <p:cNvPr id="5" name="TextBox 7">
            <a:extLst>
              <a:ext uri="{FF2B5EF4-FFF2-40B4-BE49-F238E27FC236}">
                <a16:creationId xmlns:a16="http://schemas.microsoft.com/office/drawing/2014/main" id="{3FB701A3-7686-403E-9A56-06CE834955FB}"/>
              </a:ext>
            </a:extLst>
          </p:cNvPr>
          <p:cNvSpPr txBox="1"/>
          <p:nvPr/>
        </p:nvSpPr>
        <p:spPr>
          <a:xfrm>
            <a:off x="6354732" y="1126714"/>
            <a:ext cx="1450000" cy="369335"/>
          </a:xfrm>
          <a:prstGeom prst="rect">
            <a:avLst/>
          </a:prstGeom>
          <a:solidFill>
            <a:srgbClr val="000000"/>
          </a:solid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0" i="0" u="none" strike="noStrike" kern="1200" cap="none" spc="0" normalizeH="0" baseline="0" noProof="0">
                <a:ln>
                  <a:noFill/>
                </a:ln>
                <a:solidFill>
                  <a:srgbClr val="0070C0"/>
                </a:solidFill>
                <a:effectLst/>
                <a:uLnTx/>
                <a:uFillTx/>
                <a:latin typeface="Calibri"/>
                <a:ea typeface="+mn-ea"/>
                <a:cs typeface="+mn-cs"/>
              </a:rPr>
              <a:t>Main</a:t>
            </a:r>
            <a:endParaRPr kumimoji="0" lang="en-US" sz="1800" b="0" i="0" u="none" strike="noStrike" kern="1200" cap="none" spc="0" normalizeH="0" baseline="0" noProof="0">
              <a:ln>
                <a:noFill/>
              </a:ln>
              <a:solidFill>
                <a:srgbClr val="0070C0"/>
              </a:solidFill>
              <a:effectLst/>
              <a:uLnTx/>
              <a:uFillTx/>
              <a:latin typeface="Calibri"/>
              <a:ea typeface="+mn-ea"/>
              <a:cs typeface="+mn-cs"/>
            </a:endParaRPr>
          </a:p>
        </p:txBody>
      </p:sp>
      <p:sp>
        <p:nvSpPr>
          <p:cNvPr id="6" name="TextBox 8">
            <a:extLst>
              <a:ext uri="{FF2B5EF4-FFF2-40B4-BE49-F238E27FC236}">
                <a16:creationId xmlns:a16="http://schemas.microsoft.com/office/drawing/2014/main" id="{10CBB6A6-D540-4B53-B11A-49517768F7A0}"/>
              </a:ext>
            </a:extLst>
          </p:cNvPr>
          <p:cNvSpPr txBox="1"/>
          <p:nvPr/>
        </p:nvSpPr>
        <p:spPr>
          <a:xfrm>
            <a:off x="10377159" y="1126714"/>
            <a:ext cx="1450000" cy="369335"/>
          </a:xfrm>
          <a:prstGeom prst="rect">
            <a:avLst/>
          </a:prstGeom>
          <a:solidFill>
            <a:srgbClr val="000000"/>
          </a:solid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0" i="0" u="none" strike="noStrike" kern="1200" cap="none" spc="0" normalizeH="0" baseline="0" noProof="0">
                <a:ln>
                  <a:noFill/>
                </a:ln>
                <a:solidFill>
                  <a:srgbClr val="0070C0"/>
                </a:solidFill>
                <a:effectLst/>
                <a:uLnTx/>
                <a:uFillTx/>
                <a:latin typeface="Calibri"/>
                <a:ea typeface="+mn-ea"/>
                <a:cs typeface="+mn-cs"/>
              </a:rPr>
              <a:t>C</a:t>
            </a:r>
            <a:endParaRPr kumimoji="0" lang="en-US" sz="1800" b="0" i="0" u="none" strike="noStrike" kern="1200" cap="none" spc="0" normalizeH="0" baseline="0" noProof="0">
              <a:ln>
                <a:noFill/>
              </a:ln>
              <a:solidFill>
                <a:srgbClr val="0070C0"/>
              </a:solidFill>
              <a:effectLst/>
              <a:uLnTx/>
              <a:uFillTx/>
              <a:latin typeface="Calibri"/>
              <a:ea typeface="+mn-ea"/>
              <a:cs typeface="+mn-cs"/>
            </a:endParaRPr>
          </a:p>
        </p:txBody>
      </p:sp>
      <p:sp>
        <p:nvSpPr>
          <p:cNvPr id="7" name="Oval 9">
            <a:extLst>
              <a:ext uri="{FF2B5EF4-FFF2-40B4-BE49-F238E27FC236}">
                <a16:creationId xmlns:a16="http://schemas.microsoft.com/office/drawing/2014/main" id="{6B16FFBB-98F3-4CDD-BEB5-1DDFF69FBD17}"/>
              </a:ext>
            </a:extLst>
          </p:cNvPr>
          <p:cNvSpPr/>
          <p:nvPr/>
        </p:nvSpPr>
        <p:spPr>
          <a:xfrm>
            <a:off x="8354177" y="699442"/>
            <a:ext cx="1759305" cy="124691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solidFill>
            <a:srgbClr val="4472C4"/>
          </a:solidFill>
          <a:ln w="12701" cap="flat">
            <a:solidFill>
              <a:srgbClr val="2F528F"/>
            </a:solidFill>
            <a:prstDash val="solid"/>
            <a:miter/>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8" name="TextBox 10">
            <a:extLst>
              <a:ext uri="{FF2B5EF4-FFF2-40B4-BE49-F238E27FC236}">
                <a16:creationId xmlns:a16="http://schemas.microsoft.com/office/drawing/2014/main" id="{CD828068-683D-4EFF-8C95-109461D8A162}"/>
              </a:ext>
            </a:extLst>
          </p:cNvPr>
          <p:cNvSpPr txBox="1"/>
          <p:nvPr/>
        </p:nvSpPr>
        <p:spPr>
          <a:xfrm>
            <a:off x="8834585" y="307073"/>
            <a:ext cx="2022981"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0" i="0" u="none" strike="noStrike" kern="1200" cap="none" spc="0" normalizeH="0" baseline="0" noProof="0">
                <a:ln>
                  <a:noFill/>
                </a:ln>
                <a:solidFill>
                  <a:srgbClr val="000000"/>
                </a:solidFill>
                <a:effectLst/>
                <a:uLnTx/>
                <a:uFillTx/>
                <a:latin typeface="Calibri"/>
                <a:ea typeface="+mn-ea"/>
                <a:cs typeface="+mn-cs"/>
              </a:rPr>
              <a:t>Channel</a:t>
            </a:r>
            <a:endParaRPr kumimoji="0" lang="en-US" sz="1800" b="0" i="0" u="none" strike="noStrike" kern="1200" cap="none" spc="0" normalizeH="0" baseline="0" noProof="0">
              <a:ln>
                <a:noFill/>
              </a:ln>
              <a:solidFill>
                <a:srgbClr val="000000"/>
              </a:solidFill>
              <a:effectLst/>
              <a:uLnTx/>
              <a:uFillTx/>
              <a:latin typeface="Calibri"/>
              <a:ea typeface="+mn-ea"/>
              <a:cs typeface="+mn-cs"/>
            </a:endParaRPr>
          </a:p>
        </p:txBody>
      </p:sp>
      <p:cxnSp>
        <p:nvCxnSpPr>
          <p:cNvPr id="9" name="Straight Arrow Connector 12">
            <a:extLst>
              <a:ext uri="{FF2B5EF4-FFF2-40B4-BE49-F238E27FC236}">
                <a16:creationId xmlns:a16="http://schemas.microsoft.com/office/drawing/2014/main" id="{81201095-2812-45C5-81C7-BFF0F436F700}"/>
              </a:ext>
            </a:extLst>
          </p:cNvPr>
          <p:cNvCxnSpPr>
            <a:endCxn id="5" idx="3"/>
          </p:cNvCxnSpPr>
          <p:nvPr/>
        </p:nvCxnSpPr>
        <p:spPr>
          <a:xfrm flipH="1">
            <a:off x="7804724" y="1311377"/>
            <a:ext cx="1099127" cy="0"/>
          </a:xfrm>
          <a:prstGeom prst="straightConnector1">
            <a:avLst/>
          </a:prstGeom>
          <a:noFill/>
          <a:ln w="38103" cap="flat">
            <a:solidFill>
              <a:srgbClr val="A5A5A5"/>
            </a:solidFill>
            <a:prstDash val="solid"/>
            <a:miter/>
            <a:tailEnd type="arrow"/>
          </a:ln>
        </p:spPr>
      </p:cxnSp>
      <p:sp>
        <p:nvSpPr>
          <p:cNvPr id="10" name="TextBox 14">
            <a:extLst>
              <a:ext uri="{FF2B5EF4-FFF2-40B4-BE49-F238E27FC236}">
                <a16:creationId xmlns:a16="http://schemas.microsoft.com/office/drawing/2014/main" id="{A5193E6C-3C5B-4DAF-B2B6-0829FF7C7BE4}"/>
              </a:ext>
            </a:extLst>
          </p:cNvPr>
          <p:cNvSpPr txBox="1"/>
          <p:nvPr/>
        </p:nvSpPr>
        <p:spPr>
          <a:xfrm>
            <a:off x="8885709" y="1126714"/>
            <a:ext cx="1450000"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done</a:t>
            </a:r>
          </a:p>
        </p:txBody>
      </p:sp>
      <p:cxnSp>
        <p:nvCxnSpPr>
          <p:cNvPr id="11" name="Straight Arrow Connector 15">
            <a:extLst>
              <a:ext uri="{FF2B5EF4-FFF2-40B4-BE49-F238E27FC236}">
                <a16:creationId xmlns:a16="http://schemas.microsoft.com/office/drawing/2014/main" id="{42177984-323E-49B1-8BEC-C0D91A882182}"/>
              </a:ext>
            </a:extLst>
          </p:cNvPr>
          <p:cNvCxnSpPr/>
          <p:nvPr/>
        </p:nvCxnSpPr>
        <p:spPr>
          <a:xfrm flipH="1">
            <a:off x="9472114" y="1327324"/>
            <a:ext cx="1099127" cy="0"/>
          </a:xfrm>
          <a:prstGeom prst="straightConnector1">
            <a:avLst/>
          </a:prstGeom>
          <a:noFill/>
          <a:ln w="38103" cap="flat">
            <a:solidFill>
              <a:srgbClr val="A5A5A5"/>
            </a:solidFill>
            <a:prstDash val="solid"/>
            <a:miter/>
            <a:tailEnd type="arrow"/>
          </a:ln>
        </p:spPr>
      </p:cxnSp>
      <p:sp>
        <p:nvSpPr>
          <p:cNvPr id="12" name="TextBox 16">
            <a:extLst>
              <a:ext uri="{FF2B5EF4-FFF2-40B4-BE49-F238E27FC236}">
                <a16:creationId xmlns:a16="http://schemas.microsoft.com/office/drawing/2014/main" id="{69FFAD54-F44C-4340-9EE7-52EB1616CAD8}"/>
              </a:ext>
            </a:extLst>
          </p:cNvPr>
          <p:cNvSpPr txBox="1"/>
          <p:nvPr/>
        </p:nvSpPr>
        <p:spPr>
          <a:xfrm>
            <a:off x="6493163" y="2081841"/>
            <a:ext cx="4682834" cy="1477332"/>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Main will wait until get something from the channel done</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US" sz="1800" b="0" i="0" u="none" strike="noStrike" kern="1200" cap="none" spc="0" normalizeH="0" baseline="0" noProof="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0000"/>
                </a:solidFill>
                <a:effectLst/>
                <a:uLnTx/>
                <a:uFillTx/>
                <a:latin typeface="Calibri"/>
                <a:ea typeface="+mn-ea"/>
                <a:cs typeface="+mn-cs"/>
              </a:rPr>
              <a:t>C will set value in done after it finishes, so C will complete.</a:t>
            </a:r>
          </a:p>
        </p:txBody>
      </p:sp>
      <p:sp>
        <p:nvSpPr>
          <p:cNvPr id="13" name="TextBox 17">
            <a:extLst>
              <a:ext uri="{FF2B5EF4-FFF2-40B4-BE49-F238E27FC236}">
                <a16:creationId xmlns:a16="http://schemas.microsoft.com/office/drawing/2014/main" id="{AD38D54F-0618-46AF-89A2-0E7BF2E88CED}"/>
              </a:ext>
            </a:extLst>
          </p:cNvPr>
          <p:cNvSpPr txBox="1"/>
          <p:nvPr/>
        </p:nvSpPr>
        <p:spPr>
          <a:xfrm>
            <a:off x="6604217" y="1486311"/>
            <a:ext cx="1089891"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1" i="0" u="none" strike="noStrike" kern="1200" cap="none" spc="0" normalizeH="0" baseline="0" noProof="0">
                <a:ln>
                  <a:noFill/>
                </a:ln>
                <a:solidFill>
                  <a:srgbClr val="000000"/>
                </a:solidFill>
                <a:effectLst/>
                <a:uLnTx/>
                <a:uFillTx/>
                <a:latin typeface="Calibri"/>
                <a:ea typeface="+mn-ea"/>
                <a:cs typeface="+mn-cs"/>
              </a:rPr>
              <a:t>Process A</a:t>
            </a:r>
          </a:p>
        </p:txBody>
      </p:sp>
      <p:sp>
        <p:nvSpPr>
          <p:cNvPr id="14" name="TextBox 18">
            <a:extLst>
              <a:ext uri="{FF2B5EF4-FFF2-40B4-BE49-F238E27FC236}">
                <a16:creationId xmlns:a16="http://schemas.microsoft.com/office/drawing/2014/main" id="{A47928F0-A651-47D6-94E2-56756C7FEDAD}"/>
              </a:ext>
            </a:extLst>
          </p:cNvPr>
          <p:cNvSpPr txBox="1"/>
          <p:nvPr/>
        </p:nvSpPr>
        <p:spPr>
          <a:xfrm>
            <a:off x="10513460" y="1482891"/>
            <a:ext cx="1089891"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1" i="0" u="none" strike="noStrike" kern="1200" cap="none" spc="0" normalizeH="0" baseline="0" noProof="0">
                <a:ln>
                  <a:noFill/>
                </a:ln>
                <a:solidFill>
                  <a:srgbClr val="000000"/>
                </a:solidFill>
                <a:effectLst/>
                <a:uLnTx/>
                <a:uFillTx/>
                <a:latin typeface="Calibri"/>
                <a:ea typeface="+mn-ea"/>
                <a:cs typeface="+mn-cs"/>
              </a:rPr>
              <a:t>Process B</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5">
            <a:extLst>
              <a:ext uri="{FF2B5EF4-FFF2-40B4-BE49-F238E27FC236}">
                <a16:creationId xmlns:a16="http://schemas.microsoft.com/office/drawing/2014/main" id="{9A0D0CB4-D958-4A21-9237-C2DC8EBDF2B5}"/>
              </a:ext>
            </a:extLst>
          </p:cNvPr>
          <p:cNvSpPr txBox="1"/>
          <p:nvPr/>
        </p:nvSpPr>
        <p:spPr>
          <a:xfrm>
            <a:off x="87416" y="136099"/>
            <a:ext cx="7116839" cy="6555644"/>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package</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main</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import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"fmt"</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messageA</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make</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569CD6"/>
                </a:solidFill>
                <a:effectLst/>
                <a:uLnTx/>
                <a:uFillTx/>
                <a:latin typeface="Consolas" pitchFamily="49"/>
                <a:ea typeface="+mn-ea"/>
                <a:cs typeface="+mn-cs"/>
              </a:rPr>
              <a:t>chan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messageB</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make</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569CD6"/>
                </a:solidFill>
                <a:effectLst/>
                <a:uLnTx/>
                <a:uFillTx/>
                <a:latin typeface="Consolas" pitchFamily="49"/>
                <a:ea typeface="+mn-ea"/>
                <a:cs typeface="+mn-cs"/>
              </a:rPr>
              <a:t>chan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4EC9B0"/>
                </a:solidFill>
                <a:effectLst/>
                <a:uLnTx/>
                <a:uFillTx/>
                <a:latin typeface="Consolas" pitchFamily="49"/>
                <a:ea typeface="+mn-ea"/>
                <a:cs typeface="+mn-cs"/>
              </a:rPr>
              <a:t>string</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processA</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this is the infinte loop</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&lt;-messageA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processA waits until have value in messageA</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we can process the messageA as we want</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now we print it only</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"Process A receives a message:</a:t>
            </a:r>
            <a:r>
              <a:rPr kumimoji="0" lang="en-US" sz="12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messageB &lt;- </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"done from A"</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processB</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this is the infinte loop</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"Process B sends an message to Process A</a:t>
            </a:r>
            <a:r>
              <a:rPr kumimoji="0" lang="en-US" sz="12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messageA &lt;- </a:t>
            </a:r>
            <a:r>
              <a:rPr kumimoji="0" lang="en-US" sz="1200" b="0" i="0" u="none" strike="noStrike" kern="1200" cap="none" spc="0" normalizeH="0" baseline="0" noProof="0">
                <a:ln>
                  <a:noFill/>
                </a:ln>
                <a:solidFill>
                  <a:srgbClr val="B5CEA8"/>
                </a:solidFill>
                <a:effectLst/>
                <a:uLnTx/>
                <a:uFillTx/>
                <a:latin typeface="Consolas" pitchFamily="49"/>
                <a:ea typeface="+mn-ea"/>
                <a:cs typeface="+mn-cs"/>
              </a:rPr>
              <a:t>1</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processB sends a message to</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&lt;-messageB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process A waits until having a message in messageB</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we can process the messageA as we want</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now we print it only</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"Process B receives the results from A</a:t>
            </a:r>
            <a:r>
              <a:rPr kumimoji="0" lang="en-US" sz="12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main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println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"begin"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A</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processB</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processA</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p:txBody>
      </p:sp>
      <p:sp>
        <p:nvSpPr>
          <p:cNvPr id="3" name="TextBox 6">
            <a:extLst>
              <a:ext uri="{FF2B5EF4-FFF2-40B4-BE49-F238E27FC236}">
                <a16:creationId xmlns:a16="http://schemas.microsoft.com/office/drawing/2014/main" id="{6EC08E53-7769-4146-81C8-378918B63634}"/>
              </a:ext>
            </a:extLst>
          </p:cNvPr>
          <p:cNvSpPr txBox="1"/>
          <p:nvPr/>
        </p:nvSpPr>
        <p:spPr>
          <a:xfrm>
            <a:off x="9074670" y="2053504"/>
            <a:ext cx="1450000" cy="369335"/>
          </a:xfrm>
          <a:prstGeom prst="rect">
            <a:avLst/>
          </a:prstGeom>
          <a:solidFill>
            <a:srgbClr val="000000"/>
          </a:solid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0" i="0" u="none" strike="noStrike" kern="1200" cap="none" spc="0" normalizeH="0" baseline="0" noProof="0">
                <a:ln>
                  <a:noFill/>
                </a:ln>
                <a:solidFill>
                  <a:srgbClr val="0070C0"/>
                </a:solidFill>
                <a:effectLst/>
                <a:uLnTx/>
                <a:uFillTx/>
                <a:latin typeface="Calibri"/>
                <a:ea typeface="+mn-ea"/>
                <a:cs typeface="+mn-cs"/>
              </a:rPr>
              <a:t>Main</a:t>
            </a:r>
            <a:endParaRPr kumimoji="0" lang="en-US" sz="1800" b="0" i="0" u="none" strike="noStrike" kern="1200" cap="none" spc="0" normalizeH="0" baseline="0" noProof="0">
              <a:ln>
                <a:noFill/>
              </a:ln>
              <a:solidFill>
                <a:srgbClr val="0070C0"/>
              </a:solidFill>
              <a:effectLst/>
              <a:uLnTx/>
              <a:uFillTx/>
              <a:latin typeface="Calibri"/>
              <a:ea typeface="+mn-ea"/>
              <a:cs typeface="+mn-cs"/>
            </a:endParaRPr>
          </a:p>
        </p:txBody>
      </p:sp>
      <p:sp>
        <p:nvSpPr>
          <p:cNvPr id="4" name="TextBox 11">
            <a:extLst>
              <a:ext uri="{FF2B5EF4-FFF2-40B4-BE49-F238E27FC236}">
                <a16:creationId xmlns:a16="http://schemas.microsoft.com/office/drawing/2014/main" id="{D4B0F4E9-6EFB-4BDB-9F5F-8599DD16853D}"/>
              </a:ext>
            </a:extLst>
          </p:cNvPr>
          <p:cNvSpPr txBox="1"/>
          <p:nvPr/>
        </p:nvSpPr>
        <p:spPr>
          <a:xfrm>
            <a:off x="7714609" y="924815"/>
            <a:ext cx="1089891" cy="369335"/>
          </a:xfrm>
          <a:prstGeom prst="rect">
            <a:avLst/>
          </a:prstGeom>
          <a:solidFill>
            <a:srgbClr val="000000"/>
          </a:solid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70C0"/>
                </a:solidFill>
                <a:effectLst/>
                <a:uLnTx/>
                <a:uFillTx/>
                <a:latin typeface="Calibri"/>
                <a:ea typeface="+mn-ea"/>
                <a:cs typeface="+mn-cs"/>
              </a:rPr>
              <a:t>Process A</a:t>
            </a:r>
          </a:p>
        </p:txBody>
      </p:sp>
      <p:sp>
        <p:nvSpPr>
          <p:cNvPr id="5" name="TextBox 12">
            <a:extLst>
              <a:ext uri="{FF2B5EF4-FFF2-40B4-BE49-F238E27FC236}">
                <a16:creationId xmlns:a16="http://schemas.microsoft.com/office/drawing/2014/main" id="{B3486513-7FB5-4AE1-A718-478958AF6930}"/>
              </a:ext>
            </a:extLst>
          </p:cNvPr>
          <p:cNvSpPr txBox="1"/>
          <p:nvPr/>
        </p:nvSpPr>
        <p:spPr>
          <a:xfrm>
            <a:off x="10524670" y="871880"/>
            <a:ext cx="1089891" cy="369335"/>
          </a:xfrm>
          <a:prstGeom prst="rect">
            <a:avLst/>
          </a:prstGeom>
          <a:solidFill>
            <a:srgbClr val="000000"/>
          </a:solid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0070C0"/>
                </a:solidFill>
                <a:effectLst/>
                <a:uLnTx/>
                <a:uFillTx/>
                <a:latin typeface="Calibri"/>
                <a:ea typeface="+mn-ea"/>
                <a:cs typeface="+mn-cs"/>
              </a:rPr>
              <a:t>Process B</a:t>
            </a:r>
          </a:p>
        </p:txBody>
      </p:sp>
      <p:cxnSp>
        <p:nvCxnSpPr>
          <p:cNvPr id="6" name="Straight Arrow Connector 14">
            <a:extLst>
              <a:ext uri="{FF2B5EF4-FFF2-40B4-BE49-F238E27FC236}">
                <a16:creationId xmlns:a16="http://schemas.microsoft.com/office/drawing/2014/main" id="{43F2EDFF-EED7-4DB6-BE36-08E6953A185E}"/>
              </a:ext>
            </a:extLst>
          </p:cNvPr>
          <p:cNvCxnSpPr>
            <a:stCxn id="3" idx="0"/>
          </p:cNvCxnSpPr>
          <p:nvPr/>
        </p:nvCxnSpPr>
        <p:spPr>
          <a:xfrm flipV="1">
            <a:off x="9799670" y="1250204"/>
            <a:ext cx="1046074" cy="803300"/>
          </a:xfrm>
          <a:prstGeom prst="straightConnector1">
            <a:avLst/>
          </a:prstGeom>
          <a:noFill/>
          <a:ln w="38103" cap="flat">
            <a:solidFill>
              <a:srgbClr val="000000"/>
            </a:solidFill>
            <a:prstDash val="solid"/>
            <a:miter/>
            <a:tailEnd type="arrow"/>
          </a:ln>
        </p:spPr>
      </p:cxnSp>
      <p:cxnSp>
        <p:nvCxnSpPr>
          <p:cNvPr id="7" name="Straight Arrow Connector 15">
            <a:extLst>
              <a:ext uri="{FF2B5EF4-FFF2-40B4-BE49-F238E27FC236}">
                <a16:creationId xmlns:a16="http://schemas.microsoft.com/office/drawing/2014/main" id="{FC30780C-90C1-44F8-9EA8-700E89202437}"/>
              </a:ext>
            </a:extLst>
          </p:cNvPr>
          <p:cNvCxnSpPr>
            <a:stCxn id="3" idx="0"/>
          </p:cNvCxnSpPr>
          <p:nvPr/>
        </p:nvCxnSpPr>
        <p:spPr>
          <a:xfrm flipH="1" flipV="1">
            <a:off x="8395801" y="1303138"/>
            <a:ext cx="1403869" cy="750366"/>
          </a:xfrm>
          <a:prstGeom prst="straightConnector1">
            <a:avLst/>
          </a:prstGeom>
          <a:noFill/>
          <a:ln w="38103" cap="flat">
            <a:solidFill>
              <a:srgbClr val="000000"/>
            </a:solidFill>
            <a:prstDash val="solid"/>
            <a:miter/>
            <a:tailEnd type="arrow"/>
          </a:ln>
        </p:spPr>
      </p:cxnSp>
      <p:sp>
        <p:nvSpPr>
          <p:cNvPr id="8" name="Arc 18">
            <a:extLst>
              <a:ext uri="{FF2B5EF4-FFF2-40B4-BE49-F238E27FC236}">
                <a16:creationId xmlns:a16="http://schemas.microsoft.com/office/drawing/2014/main" id="{EEC381D3-C16D-4C26-9F3B-B81052FC10AE}"/>
              </a:ext>
            </a:extLst>
          </p:cNvPr>
          <p:cNvSpPr/>
          <p:nvPr/>
        </p:nvSpPr>
        <p:spPr>
          <a:xfrm>
            <a:off x="8178960" y="558625"/>
            <a:ext cx="2890647" cy="750365"/>
          </a:xfrm>
          <a:custGeom>
            <a:avLst>
              <a:gd name="f12" fmla="val 88"/>
              <a:gd name="f13" fmla="val 270"/>
            </a:avLst>
            <a:gdLst>
              <a:gd name="f2" fmla="val 10800000"/>
              <a:gd name="f3" fmla="val 5400000"/>
              <a:gd name="f4" fmla="val 16200000"/>
              <a:gd name="f5" fmla="val 180"/>
              <a:gd name="f6" fmla="val w"/>
              <a:gd name="f7" fmla="val h"/>
              <a:gd name="f8" fmla="val ss"/>
              <a:gd name="f9" fmla="val 0"/>
              <a:gd name="f10" fmla="*/ 5419351 1 1725033"/>
              <a:gd name="f11" fmla="+- 0 0 1"/>
              <a:gd name="f12" fmla="val 88"/>
              <a:gd name="f13" fmla="val 270"/>
              <a:gd name="f14" fmla="+- 0 0 -178"/>
              <a:gd name="f15" fmla="+- 0 0 -179"/>
              <a:gd name="f16" fmla="+- 0 0 -180"/>
              <a:gd name="f17" fmla="abs f6"/>
              <a:gd name="f18" fmla="abs f7"/>
              <a:gd name="f19" fmla="abs f8"/>
              <a:gd name="f20" fmla="val f9"/>
              <a:gd name="f21" fmla="+- 0 0 f12"/>
              <a:gd name="f22" fmla="+- 0 0 f13"/>
              <a:gd name="f23" fmla="*/ f14 f2 1"/>
              <a:gd name="f24" fmla="*/ f15 f2 1"/>
              <a:gd name="f25" fmla="*/ f16 f2 1"/>
              <a:gd name="f26" fmla="?: f17 f6 1"/>
              <a:gd name="f27" fmla="?: f18 f7 1"/>
              <a:gd name="f28" fmla="?: f19 f8 1"/>
              <a:gd name="f29" fmla="*/ f21 f2 1"/>
              <a:gd name="f30" fmla="*/ f22 f2 1"/>
              <a:gd name="f31" fmla="*/ f23 1 f5"/>
              <a:gd name="f32" fmla="*/ f24 1 f5"/>
              <a:gd name="f33" fmla="*/ f25 1 f5"/>
              <a:gd name="f34" fmla="*/ f26 1 21600"/>
              <a:gd name="f35" fmla="*/ f27 1 21600"/>
              <a:gd name="f36" fmla="*/ 21600 f26 1"/>
              <a:gd name="f37" fmla="*/ 21600 f27 1"/>
              <a:gd name="f38" fmla="*/ f29 1 f5"/>
              <a:gd name="f39" fmla="*/ f30 1 f5"/>
              <a:gd name="f40" fmla="+- f31 0 f3"/>
              <a:gd name="f41" fmla="+- f32 0 f3"/>
              <a:gd name="f42" fmla="+- f33 0 f3"/>
              <a:gd name="f43" fmla="min f35 f34"/>
              <a:gd name="f44" fmla="*/ f36 1 f28"/>
              <a:gd name="f45" fmla="*/ f37 1 f28"/>
              <a:gd name="f46" fmla="+- f38 0 f3"/>
              <a:gd name="f47" fmla="+- f39 0 f3"/>
              <a:gd name="f48" fmla="val f44"/>
              <a:gd name="f49" fmla="val f45"/>
              <a:gd name="f50" fmla="+- 0 0 f46"/>
              <a:gd name="f51" fmla="+- 0 0 f47"/>
              <a:gd name="f52" fmla="+- f49 0 f20"/>
              <a:gd name="f53" fmla="+- f48 0 f20"/>
              <a:gd name="f54" fmla="val f50"/>
              <a:gd name="f55" fmla="val f51"/>
              <a:gd name="f56" fmla="*/ f52 1 2"/>
              <a:gd name="f57" fmla="*/ f53 1 2"/>
              <a:gd name="f58" fmla="+- f55 0 f54"/>
              <a:gd name="f59" fmla="+- f54 f3 0"/>
              <a:gd name="f60" fmla="+- f55 f3 0"/>
              <a:gd name="f61" fmla="+- 21600000 0 f54"/>
              <a:gd name="f62" fmla="+- f3 0 f54"/>
              <a:gd name="f63" fmla="+- 27000000 0 f54"/>
              <a:gd name="f64" fmla="+- f2 0 f54"/>
              <a:gd name="f65" fmla="+- 32400000 0 f54"/>
              <a:gd name="f66" fmla="+- f4 0 f54"/>
              <a:gd name="f67" fmla="+- 37800000 0 f54"/>
              <a:gd name="f68" fmla="+- f20 f56 0"/>
              <a:gd name="f69" fmla="+- f20 f57 0"/>
              <a:gd name="f70" fmla="+- f58 21600000 0"/>
              <a:gd name="f71" fmla="*/ f59 f10 1"/>
              <a:gd name="f72" fmla="*/ f60 f10 1"/>
              <a:gd name="f73" fmla="?: f62 f62 f63"/>
              <a:gd name="f74" fmla="?: f64 f64 f65"/>
              <a:gd name="f75" fmla="?: f66 f66 f67"/>
              <a:gd name="f76" fmla="*/ f57 f43 1"/>
              <a:gd name="f77" fmla="*/ f56 f43 1"/>
              <a:gd name="f78" fmla="?: f58 f58 f70"/>
              <a:gd name="f79" fmla="*/ f71 1 f2"/>
              <a:gd name="f80" fmla="*/ f72 1 f2"/>
              <a:gd name="f81" fmla="*/ f69 f43 1"/>
              <a:gd name="f82" fmla="*/ f68 f43 1"/>
              <a:gd name="f83" fmla="+- 0 0 f79"/>
              <a:gd name="f84" fmla="+- 0 0 f80"/>
              <a:gd name="f85" fmla="+- f78 0 f61"/>
              <a:gd name="f86" fmla="+- f78 0 f73"/>
              <a:gd name="f87" fmla="+- f78 0 f74"/>
              <a:gd name="f88" fmla="+- f78 0 f75"/>
              <a:gd name="f89" fmla="+- 0 0 f83"/>
              <a:gd name="f90" fmla="+- 0 0 f84"/>
              <a:gd name="f91" fmla="*/ f89 f2 1"/>
              <a:gd name="f92" fmla="*/ f90 f2 1"/>
              <a:gd name="f93" fmla="*/ f91 1 f10"/>
              <a:gd name="f94" fmla="*/ f92 1 f10"/>
              <a:gd name="f95" fmla="+- f93 0 f3"/>
              <a:gd name="f96" fmla="+- f94 0 f3"/>
              <a:gd name="f97" fmla="sin 1 f95"/>
              <a:gd name="f98" fmla="cos 1 f95"/>
              <a:gd name="f99" fmla="sin 1 f96"/>
              <a:gd name="f100" fmla="cos 1 f96"/>
              <a:gd name="f101" fmla="+- 0 0 f97"/>
              <a:gd name="f102" fmla="+- 0 0 f98"/>
              <a:gd name="f103" fmla="+- 0 0 f99"/>
              <a:gd name="f104" fmla="+- 0 0 f100"/>
              <a:gd name="f105" fmla="+- 0 0 f101"/>
              <a:gd name="f106" fmla="+- 0 0 f102"/>
              <a:gd name="f107" fmla="+- 0 0 f103"/>
              <a:gd name="f108" fmla="+- 0 0 f104"/>
              <a:gd name="f109" fmla="*/ f105 f57 1"/>
              <a:gd name="f110" fmla="*/ f106 f56 1"/>
              <a:gd name="f111" fmla="*/ f107 f57 1"/>
              <a:gd name="f112" fmla="*/ f108 f56 1"/>
              <a:gd name="f113" fmla="+- 0 0 f110"/>
              <a:gd name="f114" fmla="+- 0 0 f109"/>
              <a:gd name="f115" fmla="+- 0 0 f112"/>
              <a:gd name="f116" fmla="+- 0 0 f111"/>
              <a:gd name="f117" fmla="+- 0 0 f113"/>
              <a:gd name="f118" fmla="+- 0 0 f114"/>
              <a:gd name="f119" fmla="+- 0 0 f115"/>
              <a:gd name="f120" fmla="+- 0 0 f116"/>
              <a:gd name="f121" fmla="at2 f117 f118"/>
              <a:gd name="f122" fmla="at2 f119 f120"/>
              <a:gd name="f123" fmla="+- f121 f3 0"/>
              <a:gd name="f124" fmla="+- f122 f3 0"/>
              <a:gd name="f125" fmla="*/ f123 f10 1"/>
              <a:gd name="f126" fmla="*/ f124 f10 1"/>
              <a:gd name="f127" fmla="*/ f125 1 f2"/>
              <a:gd name="f128" fmla="*/ f126 1 f2"/>
              <a:gd name="f129" fmla="+- 0 0 f127"/>
              <a:gd name="f130" fmla="+- 0 0 f128"/>
              <a:gd name="f131" fmla="val f129"/>
              <a:gd name="f132" fmla="val f130"/>
              <a:gd name="f133" fmla="+- 0 0 f131"/>
              <a:gd name="f134" fmla="+- 0 0 f132"/>
              <a:gd name="f135" fmla="*/ f133 f2 1"/>
              <a:gd name="f136" fmla="*/ f134 f2 1"/>
              <a:gd name="f137" fmla="*/ f135 1 f10"/>
              <a:gd name="f138" fmla="*/ f136 1 f10"/>
              <a:gd name="f139" fmla="+- f137 0 f3"/>
              <a:gd name="f140" fmla="+- f138 0 f3"/>
              <a:gd name="f141" fmla="cos 1 f139"/>
              <a:gd name="f142" fmla="sin 1 f139"/>
              <a:gd name="f143" fmla="cos 1 f140"/>
              <a:gd name="f144" fmla="sin 1 f140"/>
              <a:gd name="f145" fmla="+- 0 0 f141"/>
              <a:gd name="f146" fmla="+- 0 0 f142"/>
              <a:gd name="f147" fmla="+- 0 0 f143"/>
              <a:gd name="f148" fmla="+- 0 0 f144"/>
              <a:gd name="f149" fmla="*/ f11 f145 1"/>
              <a:gd name="f150" fmla="*/ f11 f146 1"/>
              <a:gd name="f151" fmla="*/ f11 f147 1"/>
              <a:gd name="f152" fmla="*/ f11 f148 1"/>
              <a:gd name="f153" fmla="*/ f149 f57 1"/>
              <a:gd name="f154" fmla="*/ f150 f56 1"/>
              <a:gd name="f155" fmla="*/ f151 f57 1"/>
              <a:gd name="f156" fmla="*/ f152 f56 1"/>
              <a:gd name="f157" fmla="+- f69 f153 0"/>
              <a:gd name="f158" fmla="+- f68 f154 0"/>
              <a:gd name="f159" fmla="+- f69 f155 0"/>
              <a:gd name="f160" fmla="+- f68 f156 0"/>
              <a:gd name="f161" fmla="max f157 f159"/>
              <a:gd name="f162" fmla="max f158 f160"/>
              <a:gd name="f163" fmla="min f157 f159"/>
              <a:gd name="f164" fmla="min f158 f160"/>
              <a:gd name="f165" fmla="*/ f157 f43 1"/>
              <a:gd name="f166" fmla="*/ f158 f43 1"/>
              <a:gd name="f167" fmla="*/ f159 f43 1"/>
              <a:gd name="f168" fmla="*/ f160 f43 1"/>
              <a:gd name="f169" fmla="?: f85 f48 f161"/>
              <a:gd name="f170" fmla="?: f86 f49 f162"/>
              <a:gd name="f171" fmla="?: f87 f20 f163"/>
              <a:gd name="f172" fmla="?: f88 f20 f164"/>
              <a:gd name="f173" fmla="*/ f171 f43 1"/>
              <a:gd name="f174" fmla="*/ f172 f43 1"/>
              <a:gd name="f175" fmla="*/ f169 f43 1"/>
              <a:gd name="f176" fmla="*/ f170 f43 1"/>
            </a:gdLst>
            <a:ahLst/>
            <a:cxnLst>
              <a:cxn ang="3cd4">
                <a:pos x="hc" y="t"/>
              </a:cxn>
              <a:cxn ang="0">
                <a:pos x="r" y="vc"/>
              </a:cxn>
              <a:cxn ang="cd4">
                <a:pos x="hc" y="b"/>
              </a:cxn>
              <a:cxn ang="cd2">
                <a:pos x="l" y="vc"/>
              </a:cxn>
              <a:cxn ang="f40">
                <a:pos x="f165" y="f166"/>
              </a:cxn>
              <a:cxn ang="f41">
                <a:pos x="f81" y="f82"/>
              </a:cxn>
              <a:cxn ang="f42">
                <a:pos x="f167" y="f168"/>
              </a:cxn>
            </a:cxnLst>
            <a:rect l="f173" t="f174" r="f175" b="f176"/>
            <a:pathLst>
              <a:path stroke="0">
                <a:moveTo>
                  <a:pt x="f165" y="f166"/>
                </a:moveTo>
                <a:arcTo wR="f76" hR="f77" stAng="f54" swAng="f78"/>
                <a:lnTo>
                  <a:pt x="f81" y="f82"/>
                </a:lnTo>
                <a:close/>
              </a:path>
              <a:path fill="none">
                <a:moveTo>
                  <a:pt x="f165" y="f166"/>
                </a:moveTo>
                <a:arcTo wR="f76" hR="f77" stAng="f54" swAng="f78"/>
              </a:path>
            </a:pathLst>
          </a:custGeom>
          <a:noFill/>
          <a:ln w="38103" cap="flat">
            <a:solidFill>
              <a:srgbClr val="000000"/>
            </a:solidFill>
            <a:prstDash val="solid"/>
            <a:miter/>
            <a:headEnd type="arrow"/>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US" sz="1800" b="0" i="0" u="none" strike="noStrike" kern="1200" cap="none" spc="0" normalizeH="0" baseline="0" noProof="0">
              <a:ln>
                <a:noFill/>
              </a:ln>
              <a:solidFill>
                <a:srgbClr val="000000"/>
              </a:solidFill>
              <a:effectLst/>
              <a:uLnTx/>
              <a:uFillTx/>
              <a:latin typeface="Calibri"/>
              <a:ea typeface="+mn-ea"/>
              <a:cs typeface="+mn-cs"/>
            </a:endParaRPr>
          </a:p>
        </p:txBody>
      </p:sp>
      <p:sp>
        <p:nvSpPr>
          <p:cNvPr id="9" name="TextBox 19">
            <a:extLst>
              <a:ext uri="{FF2B5EF4-FFF2-40B4-BE49-F238E27FC236}">
                <a16:creationId xmlns:a16="http://schemas.microsoft.com/office/drawing/2014/main" id="{632C11DC-DFA5-4ADC-9DB1-6EBBD44E71F6}"/>
              </a:ext>
            </a:extLst>
          </p:cNvPr>
          <p:cNvSpPr txBox="1"/>
          <p:nvPr/>
        </p:nvSpPr>
        <p:spPr>
          <a:xfrm>
            <a:off x="9074670" y="151177"/>
            <a:ext cx="1251200"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0" i="0" u="none" strike="noStrike" kern="1200" cap="none" spc="0" normalizeH="0" baseline="0" noProof="0">
                <a:ln>
                  <a:noFill/>
                </a:ln>
                <a:solidFill>
                  <a:srgbClr val="000000"/>
                </a:solidFill>
                <a:effectLst/>
                <a:uLnTx/>
                <a:uFillTx/>
                <a:latin typeface="Calibri"/>
                <a:ea typeface="+mn-ea"/>
                <a:cs typeface="+mn-cs"/>
              </a:rPr>
              <a:t>messageA</a:t>
            </a:r>
            <a:endParaRPr kumimoji="0" lang="en-US" sz="1800" b="0" i="0" u="none" strike="noStrike" kern="1200" cap="none" spc="0" normalizeH="0" baseline="0" noProof="0">
              <a:ln>
                <a:noFill/>
              </a:ln>
              <a:solidFill>
                <a:srgbClr val="000000"/>
              </a:solidFill>
              <a:effectLst/>
              <a:uLnTx/>
              <a:uFillTx/>
              <a:latin typeface="Calibri"/>
              <a:ea typeface="+mn-ea"/>
              <a:cs typeface="+mn-cs"/>
            </a:endParaRPr>
          </a:p>
        </p:txBody>
      </p:sp>
      <p:cxnSp>
        <p:nvCxnSpPr>
          <p:cNvPr id="10" name="Straight Arrow Connector 21">
            <a:extLst>
              <a:ext uri="{FF2B5EF4-FFF2-40B4-BE49-F238E27FC236}">
                <a16:creationId xmlns:a16="http://schemas.microsoft.com/office/drawing/2014/main" id="{79EA0727-6BA5-41F3-9EB7-6804AD75EAC2}"/>
              </a:ext>
            </a:extLst>
          </p:cNvPr>
          <p:cNvCxnSpPr/>
          <p:nvPr/>
        </p:nvCxnSpPr>
        <p:spPr>
          <a:xfrm>
            <a:off x="8804501" y="1102528"/>
            <a:ext cx="1681024" cy="0"/>
          </a:xfrm>
          <a:prstGeom prst="straightConnector1">
            <a:avLst/>
          </a:prstGeom>
          <a:noFill/>
          <a:ln w="28575" cap="flat">
            <a:solidFill>
              <a:srgbClr val="000000"/>
            </a:solidFill>
            <a:prstDash val="solid"/>
            <a:miter/>
            <a:tailEnd type="arrow"/>
          </a:ln>
        </p:spPr>
      </p:cxnSp>
      <p:sp>
        <p:nvSpPr>
          <p:cNvPr id="11" name="TextBox 22">
            <a:extLst>
              <a:ext uri="{FF2B5EF4-FFF2-40B4-BE49-F238E27FC236}">
                <a16:creationId xmlns:a16="http://schemas.microsoft.com/office/drawing/2014/main" id="{ABAD1288-F6E4-44EE-B087-17514A6FC956}"/>
              </a:ext>
            </a:extLst>
          </p:cNvPr>
          <p:cNvSpPr txBox="1"/>
          <p:nvPr/>
        </p:nvSpPr>
        <p:spPr>
          <a:xfrm>
            <a:off x="8998692" y="737445"/>
            <a:ext cx="1251200" cy="369335"/>
          </a:xfrm>
          <a:prstGeom prst="rect">
            <a:avLst/>
          </a:prstGeom>
          <a:no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0" i="0" u="none" strike="noStrike" kern="1200" cap="none" spc="0" normalizeH="0" baseline="0" noProof="0">
                <a:ln>
                  <a:noFill/>
                </a:ln>
                <a:solidFill>
                  <a:srgbClr val="000000"/>
                </a:solidFill>
                <a:effectLst/>
                <a:uLnTx/>
                <a:uFillTx/>
                <a:latin typeface="Calibri"/>
                <a:ea typeface="+mn-ea"/>
                <a:cs typeface="+mn-cs"/>
              </a:rPr>
              <a:t>messageB</a:t>
            </a:r>
            <a:endParaRPr kumimoji="0" lang="en-US" sz="1800" b="0" i="0" u="none" strike="noStrike" kern="1200" cap="none" spc="0" normalizeH="0" baseline="0" noProof="0">
              <a:ln>
                <a:noFill/>
              </a:ln>
              <a:solidFill>
                <a:srgbClr val="000000"/>
              </a:solidFill>
              <a:effectLst/>
              <a:uLnTx/>
              <a:uFillTx/>
              <a:latin typeface="Calibri"/>
              <a:ea typeface="+mn-ea"/>
              <a:cs typeface="+mn-cs"/>
            </a:endParaRPr>
          </a:p>
        </p:txBody>
      </p:sp>
      <p:sp>
        <p:nvSpPr>
          <p:cNvPr id="12" name="TextBox 23">
            <a:extLst>
              <a:ext uri="{FF2B5EF4-FFF2-40B4-BE49-F238E27FC236}">
                <a16:creationId xmlns:a16="http://schemas.microsoft.com/office/drawing/2014/main" id="{270E6BBA-A646-4823-A1B8-2F90317A267F}"/>
              </a:ext>
            </a:extLst>
          </p:cNvPr>
          <p:cNvSpPr txBox="1"/>
          <p:nvPr/>
        </p:nvSpPr>
        <p:spPr>
          <a:xfrm>
            <a:off x="7428119" y="2647535"/>
            <a:ext cx="4544293" cy="3970315"/>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A receives a message:</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receives the results from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sends an message to Process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A receives a message:</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receives the results from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sends an message to Process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A receives a message:</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receives the results from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sends an message to Process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A receives a message:</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receives the results from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3">
            <a:extLst>
              <a:ext uri="{FF2B5EF4-FFF2-40B4-BE49-F238E27FC236}">
                <a16:creationId xmlns:a16="http://schemas.microsoft.com/office/drawing/2014/main" id="{F1BCD6F0-E978-491A-97D9-17D142AD1569}"/>
              </a:ext>
            </a:extLst>
          </p:cNvPr>
          <p:cNvSpPr txBox="1"/>
          <p:nvPr/>
        </p:nvSpPr>
        <p:spPr>
          <a:xfrm>
            <a:off x="7347524" y="2877927"/>
            <a:ext cx="4627421" cy="2308320"/>
          </a:xfrm>
          <a:prstGeom prst="rect">
            <a:avLst/>
          </a:prstGeom>
          <a:solidFill>
            <a:srgbClr val="000000"/>
          </a:solidFill>
          <a:ln w="9528" cap="flat">
            <a:solidFill>
              <a:srgbClr val="000000"/>
            </a:solidFill>
            <a:prstDash val="solid"/>
            <a:miter/>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A receives a message: 364</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receives the results from A as 365</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sends an message to Process A</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A receives a message: 365</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Process B receives the results from A as 366</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FFFFFF"/>
                </a:solidFill>
                <a:effectLst/>
                <a:uLnTx/>
                <a:uFillTx/>
                <a:latin typeface="Calibri"/>
                <a:ea typeface="+mn-ea"/>
                <a:cs typeface="+mn-cs"/>
              </a:rPr>
              <a:t>.</a:t>
            </a:r>
          </a:p>
        </p:txBody>
      </p:sp>
      <p:sp>
        <p:nvSpPr>
          <p:cNvPr id="3" name="TextBox 5">
            <a:extLst>
              <a:ext uri="{FF2B5EF4-FFF2-40B4-BE49-F238E27FC236}">
                <a16:creationId xmlns:a16="http://schemas.microsoft.com/office/drawing/2014/main" id="{0921AFE2-12F4-4584-85E2-AA1AE4C1EE4C}"/>
              </a:ext>
            </a:extLst>
          </p:cNvPr>
          <p:cNvSpPr txBox="1"/>
          <p:nvPr/>
        </p:nvSpPr>
        <p:spPr>
          <a:xfrm>
            <a:off x="0" y="-33485"/>
            <a:ext cx="7195130" cy="6924970"/>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package</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main</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import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"fmt"</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messageA</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make</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569CD6"/>
                </a:solidFill>
                <a:effectLst/>
                <a:uLnTx/>
                <a:uFillTx/>
                <a:latin typeface="Consolas" pitchFamily="49"/>
                <a:ea typeface="+mn-ea"/>
                <a:cs typeface="+mn-cs"/>
              </a:rPr>
              <a:t>chan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B5CEA8"/>
                </a:solidFill>
                <a:effectLst/>
                <a:uLnTx/>
                <a:uFillTx/>
                <a:latin typeface="Consolas" pitchFamily="49"/>
                <a:ea typeface="+mn-ea"/>
                <a:cs typeface="+mn-cs"/>
              </a:rPr>
              <a:t>0</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messageB</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make</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569CD6"/>
                </a:solidFill>
                <a:effectLst/>
                <a:uLnTx/>
                <a:uFillTx/>
                <a:latin typeface="Consolas" pitchFamily="49"/>
                <a:ea typeface="+mn-ea"/>
                <a:cs typeface="+mn-cs"/>
              </a:rPr>
              <a:t>chan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B5CEA8"/>
                </a:solidFill>
                <a:effectLst/>
                <a:uLnTx/>
                <a:uFillTx/>
                <a:latin typeface="Consolas" pitchFamily="49"/>
                <a:ea typeface="+mn-ea"/>
                <a:cs typeface="+mn-cs"/>
              </a:rPr>
              <a:t>0</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processA</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this is the infinte loop</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input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B5CEA8"/>
                </a:solidFill>
                <a:effectLst/>
                <a:uLnTx/>
                <a:uFillTx/>
                <a:latin typeface="Consolas" pitchFamily="49"/>
                <a:ea typeface="+mn-ea"/>
                <a:cs typeface="+mn-cs"/>
              </a:rPr>
              <a:t>0</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input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&lt;-messageA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processA waits until have value in messageA</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we can process the messageA as we want</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now we print it only</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"Process A receives a message: "</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input, </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messageB &lt;- input + </a:t>
            </a:r>
            <a:r>
              <a:rPr kumimoji="0" lang="en-US" sz="1200" b="0" i="0" u="none" strike="noStrike" kern="1200" cap="none" spc="0" normalizeH="0" baseline="0" noProof="0">
                <a:ln>
                  <a:noFill/>
                </a:ln>
                <a:solidFill>
                  <a:srgbClr val="B5CEA8"/>
                </a:solidFill>
                <a:effectLst/>
                <a:uLnTx/>
                <a:uFillTx/>
                <a:latin typeface="Consolas" pitchFamily="49"/>
                <a:ea typeface="+mn-ea"/>
                <a:cs typeface="+mn-cs"/>
              </a:rPr>
              <a:t>1</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processB</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result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B5CEA8"/>
                </a:solidFill>
                <a:effectLst/>
                <a:uLnTx/>
                <a:uFillTx/>
                <a:latin typeface="Consolas" pitchFamily="49"/>
                <a:ea typeface="+mn-ea"/>
                <a:cs typeface="+mn-cs"/>
              </a:rPr>
              <a:t>0</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this is the infinte loop</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"Process B sends an message to Process A</a:t>
            </a:r>
            <a:r>
              <a:rPr kumimoji="0" lang="en-US" sz="12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messageA &lt;- result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processB sends a message to</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9CDCFE"/>
                </a:solidFill>
                <a:effectLst/>
                <a:uLnTx/>
                <a:uFillTx/>
                <a:latin typeface="Consolas" pitchFamily="49"/>
                <a:ea typeface="+mn-ea"/>
                <a:cs typeface="+mn-cs"/>
              </a:rPr>
              <a:t>result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 &lt;-messageB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process A waits until having a message in messageB</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we can process the messageA as we want</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now we print it only</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"Process B receives the results from A as "</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result, </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main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println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a:ln>
                  <a:noFill/>
                </a:ln>
                <a:solidFill>
                  <a:srgbClr val="CE9178"/>
                </a:solidFill>
                <a:effectLst/>
                <a:uLnTx/>
                <a:uFillTx/>
                <a:latin typeface="Consolas" pitchFamily="49"/>
                <a:ea typeface="+mn-ea"/>
                <a:cs typeface="+mn-cs"/>
              </a:rPr>
              <a:t>"begin"</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6A9955"/>
                </a:solidFill>
                <a:effectLst/>
                <a:uLnTx/>
                <a:uFillTx/>
                <a:latin typeface="Consolas" pitchFamily="49"/>
                <a:ea typeface="+mn-ea"/>
                <a:cs typeface="+mn-cs"/>
              </a:rPr>
              <a:t>// A</a:t>
            </a:r>
            <a:endParaRPr kumimoji="0" lang="en-US" sz="12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processB</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DCDCAA"/>
                </a:solidFill>
                <a:effectLst/>
                <a:uLnTx/>
                <a:uFillTx/>
                <a:latin typeface="Consolas" pitchFamily="49"/>
                <a:ea typeface="+mn-ea"/>
                <a:cs typeface="+mn-cs"/>
              </a:rPr>
              <a:t>processA</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a:ln>
                  <a:noFill/>
                </a:ln>
                <a:solidFill>
                  <a:srgbClr val="D4D4D4"/>
                </a:solidFill>
                <a:effectLst/>
                <a:uLnTx/>
                <a:uFillTx/>
                <a:latin typeface="Consolas" pitchFamily="49"/>
                <a:ea typeface="+mn-ea"/>
                <a:cs typeface="+mn-cs"/>
              </a:rPr>
              <a:t>}</a:t>
            </a:r>
          </a:p>
        </p:txBody>
      </p:sp>
      <p:sp>
        <p:nvSpPr>
          <p:cNvPr id="4" name="TextBox 6">
            <a:extLst>
              <a:ext uri="{FF2B5EF4-FFF2-40B4-BE49-F238E27FC236}">
                <a16:creationId xmlns:a16="http://schemas.microsoft.com/office/drawing/2014/main" id="{02CBE551-1043-4268-ABE2-FC604164EF29}"/>
              </a:ext>
            </a:extLst>
          </p:cNvPr>
          <p:cNvSpPr txBox="1"/>
          <p:nvPr/>
        </p:nvSpPr>
        <p:spPr>
          <a:xfrm>
            <a:off x="7610761" y="332512"/>
            <a:ext cx="4100946" cy="369335"/>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da-DK" sz="1800" b="1" i="0" u="none" strike="noStrike" kern="1200" cap="none" spc="0" normalizeH="0" baseline="0" noProof="0">
                <a:ln>
                  <a:noFill/>
                </a:ln>
                <a:solidFill>
                  <a:srgbClr val="FFFFFF"/>
                </a:solidFill>
                <a:effectLst/>
                <a:uLnTx/>
                <a:uFillTx/>
                <a:latin typeface="Calibri"/>
                <a:ea typeface="+mn-ea"/>
                <a:cs typeface="+mn-cs"/>
              </a:rPr>
              <a:t>Pass value in the channel</a:t>
            </a:r>
            <a:endParaRPr kumimoji="0" lang="en-US" sz="1800" b="1" i="0" u="none" strike="noStrike" kern="1200" cap="none" spc="0" normalizeH="0" baseline="0" noProof="0">
              <a:ln>
                <a:noFill/>
              </a:ln>
              <a:solidFill>
                <a:srgbClr val="FFFFFF"/>
              </a:solidFill>
              <a:effectLst/>
              <a:uLnTx/>
              <a:uFillTx/>
              <a:latin typeface="Calibri"/>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DF39F-518C-489E-B6C7-FC79F90FA663}"/>
              </a:ext>
            </a:extLst>
          </p:cNvPr>
          <p:cNvSpPr txBox="1">
            <a:spLocks noGrp="1"/>
          </p:cNvSpPr>
          <p:nvPr>
            <p:ph type="title"/>
          </p:nvPr>
        </p:nvSpPr>
        <p:spPr>
          <a:xfrm>
            <a:off x="154707" y="-99870"/>
            <a:ext cx="10515600" cy="1325559"/>
          </a:xfrm>
        </p:spPr>
        <p:txBody>
          <a:bodyPr/>
          <a:lstStyle/>
          <a:p>
            <a:pPr lvl="0"/>
            <a:r>
              <a:rPr lang="da-DK"/>
              <a:t>Can we call processA from HTTP</a:t>
            </a:r>
            <a:endParaRPr lang="en-US"/>
          </a:p>
        </p:txBody>
      </p:sp>
      <p:sp>
        <p:nvSpPr>
          <p:cNvPr id="3" name="TextBox 3">
            <a:extLst>
              <a:ext uri="{FF2B5EF4-FFF2-40B4-BE49-F238E27FC236}">
                <a16:creationId xmlns:a16="http://schemas.microsoft.com/office/drawing/2014/main" id="{6E68D2A0-7766-4B2E-98B3-308FBC3574E4}"/>
              </a:ext>
            </a:extLst>
          </p:cNvPr>
          <p:cNvSpPr txBox="1"/>
          <p:nvPr/>
        </p:nvSpPr>
        <p:spPr>
          <a:xfrm>
            <a:off x="154707" y="1087139"/>
            <a:ext cx="6576291" cy="5632310"/>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viewHandler</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(w http.ResponseWriter, r *http.Request)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input_str</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r.URL.Path[</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len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"/runA/"</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569CD6"/>
                </a:solidFill>
                <a:effectLst/>
                <a:uLnTx/>
                <a:uFillTx/>
                <a:latin typeface="Consolas" pitchFamily="49"/>
                <a:ea typeface="+mn-ea"/>
                <a:cs typeface="+mn-cs"/>
              </a:rPr>
              <a:t>var</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input_int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4EC9B0"/>
                </a:solidFill>
                <a:effectLst/>
                <a:uLnTx/>
                <a:uFillTx/>
                <a:latin typeface="Consolas" pitchFamily="49"/>
                <a:ea typeface="+mn-ea"/>
                <a:cs typeface="+mn-cs"/>
              </a:rPr>
              <a:t>int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a:t>
            </a:r>
            <a:r>
              <a:rPr kumimoji="0" lang="en-US" sz="1800" b="0" i="0" u="none" strike="noStrike" kern="1200" cap="none" spc="0" normalizeH="0" baseline="0" noProof="0">
                <a:ln>
                  <a:noFill/>
                </a:ln>
                <a:solidFill>
                  <a:srgbClr val="B5CEA8"/>
                </a:solidFill>
                <a:effectLst/>
                <a:uLnTx/>
                <a:uFillTx/>
                <a:latin typeface="Consolas" pitchFamily="49"/>
                <a:ea typeface="+mn-ea"/>
                <a:cs typeface="+mn-cs"/>
              </a:rPr>
              <a:t>0</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800" b="0" i="0" u="none" strike="noStrike" kern="1200" cap="none" spc="0" normalizeH="0" baseline="0" noProof="0">
                <a:ln>
                  <a:noFill/>
                </a:ln>
                <a:solidFill>
                  <a:srgbClr val="D4D4D4"/>
                </a:solidFill>
                <a:effectLst/>
                <a:uLnTx/>
                <a:uFillTx/>
                <a:latin typeface="Consolas" pitchFamily="49"/>
                <a:ea typeface="+mn-ea"/>
                <a:cs typeface="+mn-cs"/>
              </a:rPr>
            </a:b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Sscan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(input_str, &amp;input_int)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800" b="0" i="0" u="none" strike="noStrike" kern="1200" cap="none" spc="0" normalizeH="0" baseline="0" noProof="0">
                <a:ln>
                  <a:noFill/>
                </a:ln>
                <a:solidFill>
                  <a:srgbClr val="D4D4D4"/>
                </a:solidFill>
                <a:effectLst/>
                <a:uLnTx/>
                <a:uFillTx/>
                <a:latin typeface="Consolas" pitchFamily="49"/>
                <a:ea typeface="+mn-ea"/>
                <a:cs typeface="+mn-cs"/>
              </a:rPr>
            </a:b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inputB &lt;- input_int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out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 &lt;-outputB</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fmt.</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Fprintf</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(w, </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"&lt;h1&gt;</a:t>
            </a:r>
            <a:r>
              <a:rPr kumimoji="0" lang="en-US" sz="1800" b="0" i="0" u="none" strike="noStrike" kern="1200" cap="none" spc="0" normalizeH="0" baseline="0" noProof="0">
                <a:ln>
                  <a:noFill/>
                </a:ln>
                <a:solidFill>
                  <a:srgbClr val="9CDCFE"/>
                </a:solidFill>
                <a:effectLst/>
                <a:uLnTx/>
                <a:uFillTx/>
                <a:latin typeface="Consolas" pitchFamily="49"/>
                <a:ea typeface="+mn-ea"/>
                <a:cs typeface="+mn-cs"/>
              </a:rPr>
              <a:t>%d</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&lt;/h1&gt;"</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out)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569CD6"/>
                </a:solidFill>
                <a:effectLst/>
                <a:uLnTx/>
                <a:uFillTx/>
                <a:latin typeface="Consolas" pitchFamily="49"/>
                <a:ea typeface="+mn-ea"/>
                <a:cs typeface="+mn-cs"/>
              </a:rPr>
              <a:t>func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main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println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"begin"</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A</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processB</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C586C0"/>
                </a:solidFill>
                <a:effectLst/>
                <a:uLnTx/>
                <a:uFillTx/>
                <a:latin typeface="Consolas" pitchFamily="49"/>
                <a:ea typeface="+mn-ea"/>
                <a:cs typeface="+mn-cs"/>
              </a:rPr>
              <a:t>go</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processA</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800" b="0" i="0" u="none" strike="noStrike" kern="1200" cap="none" spc="0" normalizeH="0" baseline="0" noProof="0">
                <a:ln>
                  <a:noFill/>
                </a:ln>
                <a:solidFill>
                  <a:srgbClr val="D4D4D4"/>
                </a:solidFill>
                <a:effectLst/>
                <a:uLnTx/>
                <a:uFillTx/>
                <a:latin typeface="Consolas" pitchFamily="49"/>
                <a:ea typeface="+mn-ea"/>
                <a:cs typeface="+mn-cs"/>
              </a:rPr>
            </a:b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6A9955"/>
                </a:solidFill>
                <a:effectLst/>
                <a:uLnTx/>
                <a:uFillTx/>
                <a:latin typeface="Consolas" pitchFamily="49"/>
                <a:ea typeface="+mn-ea"/>
                <a:cs typeface="+mn-cs"/>
              </a:rPr>
              <a:t>// now HTTP server is running</a:t>
            </a:r>
            <a:endParaRPr kumimoji="0" lang="en-US" sz="1800" b="0" i="0" u="none" strike="noStrike" kern="1200" cap="none" spc="0" normalizeH="0" baseline="0" noProof="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http.</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HandleFunc</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"/runA/"</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viewHandler)</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log.</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Fatal</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(http.</a:t>
            </a:r>
            <a:r>
              <a:rPr kumimoji="0" lang="en-US" sz="1800" b="0" i="0" u="none" strike="noStrike" kern="1200" cap="none" spc="0" normalizeH="0" baseline="0" noProof="0">
                <a:ln>
                  <a:noFill/>
                </a:ln>
                <a:solidFill>
                  <a:srgbClr val="DCDCAA"/>
                </a:solidFill>
                <a:effectLst/>
                <a:uLnTx/>
                <a:uFillTx/>
                <a:latin typeface="Consolas" pitchFamily="49"/>
                <a:ea typeface="+mn-ea"/>
                <a:cs typeface="+mn-cs"/>
              </a:rPr>
              <a:t>ListenAndServe</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r>
              <a:rPr kumimoji="0" lang="en-US" sz="1800" b="0" i="0" u="none" strike="noStrike" kern="1200" cap="none" spc="0" normalizeH="0" baseline="0" noProof="0">
                <a:ln>
                  <a:noFill/>
                </a:ln>
                <a:solidFill>
                  <a:srgbClr val="CE9178"/>
                </a:solidFill>
                <a:effectLst/>
                <a:uLnTx/>
                <a:uFillTx/>
                <a:latin typeface="Consolas" pitchFamily="49"/>
                <a:ea typeface="+mn-ea"/>
                <a:cs typeface="+mn-cs"/>
              </a:rPr>
              <a:t>":8080"</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 </a:t>
            </a:r>
            <a:r>
              <a:rPr kumimoji="0" lang="en-US" sz="1800" b="0" i="0" u="none" strike="noStrike" kern="1200" cap="none" spc="0" normalizeH="0" baseline="0" noProof="0">
                <a:ln>
                  <a:noFill/>
                </a:ln>
                <a:solidFill>
                  <a:srgbClr val="569CD6"/>
                </a:solidFill>
                <a:effectLst/>
                <a:uLnTx/>
                <a:uFillTx/>
                <a:latin typeface="Consolas" pitchFamily="49"/>
                <a:ea typeface="+mn-ea"/>
                <a:cs typeface="+mn-cs"/>
              </a:rPr>
              <a:t>nil</a:t>
            </a: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1200" cap="none" spc="0" normalizeH="0" baseline="0" noProof="0">
                <a:ln>
                  <a:noFill/>
                </a:ln>
                <a:solidFill>
                  <a:srgbClr val="D4D4D4"/>
                </a:solidFill>
                <a:effectLst/>
                <a:uLnTx/>
                <a:uFillTx/>
                <a:latin typeface="Consolas" pitchFamily="49"/>
                <a:ea typeface="+mn-ea"/>
                <a:cs typeface="+mn-cs"/>
              </a:rPr>
              <a:t>}</a:t>
            </a:r>
          </a:p>
        </p:txBody>
      </p:sp>
      <p:sp>
        <p:nvSpPr>
          <p:cNvPr id="4" name="TextBox 7">
            <a:extLst>
              <a:ext uri="{FF2B5EF4-FFF2-40B4-BE49-F238E27FC236}">
                <a16:creationId xmlns:a16="http://schemas.microsoft.com/office/drawing/2014/main" id="{0065983E-5F2F-4FB5-9C65-B3F187C223D5}"/>
              </a:ext>
            </a:extLst>
          </p:cNvPr>
          <p:cNvSpPr txBox="1"/>
          <p:nvPr/>
        </p:nvSpPr>
        <p:spPr>
          <a:xfrm>
            <a:off x="6758028" y="1225689"/>
            <a:ext cx="5279266" cy="3600986"/>
          </a:xfrm>
          <a:prstGeom prst="rect">
            <a:avLst/>
          </a:prstGeom>
          <a:solidFill>
            <a:srgbClr val="000000"/>
          </a:solidFill>
          <a:ln cap="flat">
            <a:noFill/>
          </a:ln>
        </p:spPr>
        <p:txBody>
          <a:bodyPr vert="horz" wrap="squar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err="1">
                <a:ln>
                  <a:noFill/>
                </a:ln>
                <a:solidFill>
                  <a:srgbClr val="569CD6"/>
                </a:solidFill>
                <a:effectLst/>
                <a:uLnTx/>
                <a:uFillTx/>
                <a:latin typeface="Consolas" pitchFamily="49"/>
                <a:ea typeface="+mn-ea"/>
                <a:cs typeface="+mn-cs"/>
              </a:rPr>
              <a:t>func</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err="1">
                <a:ln>
                  <a:noFill/>
                </a:ln>
                <a:solidFill>
                  <a:srgbClr val="DCDCAA"/>
                </a:solidFill>
                <a:effectLst/>
                <a:uLnTx/>
                <a:uFillTx/>
                <a:latin typeface="Consolas" pitchFamily="49"/>
                <a:ea typeface="+mn-ea"/>
                <a:cs typeface="+mn-cs"/>
              </a:rPr>
              <a:t>processB</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9CDCFE"/>
                </a:solidFill>
                <a:effectLst/>
                <a:uLnTx/>
                <a:uFillTx/>
                <a:latin typeface="Consolas" pitchFamily="49"/>
                <a:ea typeface="+mn-ea"/>
                <a:cs typeface="+mn-cs"/>
              </a:rPr>
              <a:t>input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dirty="0">
                <a:ln>
                  <a:noFill/>
                </a:ln>
                <a:solidFill>
                  <a:srgbClr val="B5CEA8"/>
                </a:solidFill>
                <a:effectLst/>
                <a:uLnTx/>
                <a:uFillTx/>
                <a:latin typeface="Consolas" pitchFamily="49"/>
                <a:ea typeface="+mn-ea"/>
                <a:cs typeface="+mn-cs"/>
              </a:rPr>
              <a:t>0</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569CD6"/>
                </a:solidFill>
                <a:effectLst/>
                <a:uLnTx/>
                <a:uFillTx/>
                <a:latin typeface="Consolas" pitchFamily="49"/>
                <a:ea typeface="+mn-ea"/>
                <a:cs typeface="+mn-cs"/>
              </a:rPr>
              <a:t>var</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9CDCFE"/>
                </a:solidFill>
                <a:effectLst/>
                <a:uLnTx/>
                <a:uFillTx/>
                <a:latin typeface="Consolas" pitchFamily="49"/>
                <a:ea typeface="+mn-ea"/>
                <a:cs typeface="+mn-cs"/>
              </a:rPr>
              <a:t>output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4EC9B0"/>
                </a:solidFill>
                <a:effectLst/>
                <a:uLnTx/>
                <a:uFillTx/>
                <a:latin typeface="Consolas" pitchFamily="49"/>
                <a:ea typeface="+mn-ea"/>
                <a:cs typeface="+mn-cs"/>
              </a:rPr>
              <a:t>int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dirty="0">
                <a:ln>
                  <a:noFill/>
                </a:ln>
                <a:solidFill>
                  <a:srgbClr val="B5CEA8"/>
                </a:solidFill>
                <a:effectLst/>
                <a:uLnTx/>
                <a:uFillTx/>
                <a:latin typeface="Consolas" pitchFamily="49"/>
                <a:ea typeface="+mn-ea"/>
                <a:cs typeface="+mn-cs"/>
              </a:rPr>
              <a:t>0</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C586C0"/>
                </a:solidFill>
                <a:effectLst/>
                <a:uLnTx/>
                <a:uFillTx/>
                <a:latin typeface="Consolas" pitchFamily="49"/>
                <a:ea typeface="+mn-ea"/>
                <a:cs typeface="+mn-cs"/>
              </a:rPr>
              <a:t>for</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 </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this is the </a:t>
            </a:r>
            <a:r>
              <a:rPr kumimoji="0" lang="en-US" sz="1200" b="0" i="0" u="none" strike="noStrike" kern="1200" cap="none" spc="0" normalizeH="0" baseline="0" noProof="0" dirty="0" err="1">
                <a:ln>
                  <a:noFill/>
                </a:ln>
                <a:solidFill>
                  <a:srgbClr val="6A9955"/>
                </a:solidFill>
                <a:effectLst/>
                <a:uLnTx/>
                <a:uFillTx/>
                <a:latin typeface="Consolas" pitchFamily="49"/>
                <a:ea typeface="+mn-ea"/>
                <a:cs typeface="+mn-cs"/>
              </a:rPr>
              <a:t>infinte</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loop</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9CDCFE"/>
                </a:solidFill>
                <a:effectLst/>
                <a:uLnTx/>
                <a:uFillTx/>
                <a:latin typeface="Consolas" pitchFamily="49"/>
                <a:ea typeface="+mn-ea"/>
                <a:cs typeface="+mn-cs"/>
              </a:rPr>
              <a:t>input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 &lt;-</a:t>
            </a:r>
            <a:r>
              <a:rPr kumimoji="0" lang="en-US" sz="1200" b="0" i="0" u="none" strike="noStrike" kern="1200" cap="none" spc="0" normalizeH="0" baseline="0" noProof="0" dirty="0" err="1">
                <a:ln>
                  <a:noFill/>
                </a:ln>
                <a:solidFill>
                  <a:srgbClr val="D4D4D4"/>
                </a:solidFill>
                <a:effectLst/>
                <a:uLnTx/>
                <a:uFillTx/>
                <a:latin typeface="Consolas" pitchFamily="49"/>
                <a:ea typeface="+mn-ea"/>
                <a:cs typeface="+mn-cs"/>
              </a:rPr>
              <a:t>inputB</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err="1">
                <a:ln>
                  <a:noFill/>
                </a:ln>
                <a:solidFill>
                  <a:srgbClr val="D4D4D4"/>
                </a:solidFill>
                <a:effectLst/>
                <a:uLnTx/>
                <a:uFillTx/>
                <a:latin typeface="Consolas" pitchFamily="49"/>
                <a:ea typeface="+mn-ea"/>
                <a:cs typeface="+mn-cs"/>
              </a:rPr>
              <a:t>fmt.</a:t>
            </a:r>
            <a:r>
              <a:rPr kumimoji="0" lang="en-US" sz="1200" b="0" i="0" u="none" strike="noStrike" kern="1200" cap="none" spc="0" normalizeH="0" baseline="0" noProof="0" dirty="0" err="1">
                <a:ln>
                  <a:noFill/>
                </a:ln>
                <a:solidFill>
                  <a:srgbClr val="DCDCAA"/>
                </a:solidFill>
                <a:effectLst/>
                <a:uLnTx/>
                <a:uFillTx/>
                <a:latin typeface="Consolas" pitchFamily="49"/>
                <a:ea typeface="+mn-ea"/>
                <a:cs typeface="+mn-cs"/>
              </a:rPr>
              <a:t>Print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a:t>
            </a:r>
            <a:r>
              <a:rPr kumimoji="0" lang="en-US" sz="1200" b="0" i="0" u="none" strike="noStrike" kern="1200" cap="none" spc="0" normalizeH="0" baseline="0" noProof="0" dirty="0">
                <a:ln>
                  <a:noFill/>
                </a:ln>
                <a:solidFill>
                  <a:srgbClr val="CE9178"/>
                </a:solidFill>
                <a:effectLst/>
                <a:uLnTx/>
                <a:uFillTx/>
                <a:latin typeface="Consolas" pitchFamily="49"/>
                <a:ea typeface="+mn-ea"/>
                <a:cs typeface="+mn-cs"/>
              </a:rPr>
              <a:t>"Process receives input "</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input, </a:t>
            </a:r>
            <a:r>
              <a:rPr kumimoji="0" lang="en-US" sz="1200" b="0" i="0" u="none" strike="noStrike" kern="1200" cap="none" spc="0" normalizeH="0" baseline="0" noProof="0" dirty="0">
                <a:ln>
                  <a:noFill/>
                </a:ln>
                <a:solidFill>
                  <a:srgbClr val="CE9178"/>
                </a:solidFill>
                <a:effectLst/>
                <a:uLnTx/>
                <a:uFillTx/>
                <a:latin typeface="Consolas" pitchFamily="49"/>
                <a:ea typeface="+mn-ea"/>
                <a:cs typeface="+mn-cs"/>
              </a:rPr>
              <a:t>"from web server and the process B sends it to Process A</a:t>
            </a:r>
            <a:r>
              <a:rPr kumimoji="0" lang="en-US" sz="1200" b="0" i="0" u="none" strike="noStrike" kern="1200" cap="none" spc="0" normalizeH="0" baseline="0" noProof="0" dirty="0">
                <a:ln>
                  <a:noFill/>
                </a:ln>
                <a:solidFill>
                  <a:srgbClr val="D7BA7D"/>
                </a:solidFill>
                <a:effectLst/>
                <a:uLnTx/>
                <a:uFillTx/>
                <a:latin typeface="Consolas" pitchFamily="49"/>
                <a:ea typeface="+mn-ea"/>
                <a:cs typeface="+mn-cs"/>
              </a:rPr>
              <a:t>\n</a:t>
            </a:r>
            <a:r>
              <a:rPr kumimoji="0" lang="en-US" sz="1200" b="0" i="0" u="none" strike="noStrike" kern="1200" cap="none" spc="0" normalizeH="0" baseline="0" noProof="0" dirty="0">
                <a:ln>
                  <a:noFill/>
                </a:ln>
                <a:solidFill>
                  <a:srgbClr val="CE9178"/>
                </a:solidFill>
                <a:effectLst/>
                <a:uLnTx/>
                <a:uFillTx/>
                <a:latin typeface="Consolas" pitchFamily="49"/>
                <a:ea typeface="+mn-ea"/>
                <a:cs typeface="+mn-cs"/>
              </a:rPr>
              <a: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err="1">
                <a:ln>
                  <a:noFill/>
                </a:ln>
                <a:solidFill>
                  <a:srgbClr val="D4D4D4"/>
                </a:solidFill>
                <a:effectLst/>
                <a:uLnTx/>
                <a:uFillTx/>
                <a:latin typeface="Consolas" pitchFamily="49"/>
                <a:ea typeface="+mn-ea"/>
                <a:cs typeface="+mn-cs"/>
              </a:rPr>
              <a:t>messageA</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&lt;- input   </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a:t>
            </a:r>
            <a:r>
              <a:rPr kumimoji="0" lang="en-US" sz="1200" b="0" i="0" u="none" strike="noStrike" kern="1200" cap="none" spc="0" normalizeH="0" baseline="0" noProof="0" dirty="0" err="1">
                <a:ln>
                  <a:noFill/>
                </a:ln>
                <a:solidFill>
                  <a:srgbClr val="6A9955"/>
                </a:solidFill>
                <a:effectLst/>
                <a:uLnTx/>
                <a:uFillTx/>
                <a:latin typeface="Consolas" pitchFamily="49"/>
                <a:ea typeface="+mn-ea"/>
                <a:cs typeface="+mn-cs"/>
              </a:rPr>
              <a:t>processB</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sends a message to</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9CDCFE"/>
                </a:solidFill>
                <a:effectLst/>
                <a:uLnTx/>
                <a:uFillTx/>
                <a:latin typeface="Consolas" pitchFamily="49"/>
                <a:ea typeface="+mn-ea"/>
                <a:cs typeface="+mn-cs"/>
              </a:rPr>
              <a:t>output</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 &lt;-</a:t>
            </a:r>
            <a:r>
              <a:rPr kumimoji="0" lang="en-US" sz="1200" b="0" i="0" u="none" strike="noStrike" kern="1200" cap="none" spc="0" normalizeH="0" baseline="0" noProof="0" dirty="0" err="1">
                <a:ln>
                  <a:noFill/>
                </a:ln>
                <a:solidFill>
                  <a:srgbClr val="D4D4D4"/>
                </a:solidFill>
                <a:effectLst/>
                <a:uLnTx/>
                <a:uFillTx/>
                <a:latin typeface="Consolas" pitchFamily="49"/>
                <a:ea typeface="+mn-ea"/>
                <a:cs typeface="+mn-cs"/>
              </a:rPr>
              <a:t>messageB</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process A waits until having a message in </a:t>
            </a:r>
            <a:r>
              <a:rPr kumimoji="0" lang="en-US" sz="1200" b="0" i="0" u="none" strike="noStrike" kern="1200" cap="none" spc="0" normalizeH="0" baseline="0" noProof="0" dirty="0" err="1">
                <a:ln>
                  <a:noFill/>
                </a:ln>
                <a:solidFill>
                  <a:srgbClr val="6A9955"/>
                </a:solidFill>
                <a:effectLst/>
                <a:uLnTx/>
                <a:uFillTx/>
                <a:latin typeface="Consolas" pitchFamily="49"/>
                <a:ea typeface="+mn-ea"/>
                <a:cs typeface="+mn-cs"/>
              </a:rPr>
              <a:t>messageB</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we can process the </a:t>
            </a:r>
            <a:r>
              <a:rPr kumimoji="0" lang="en-US" sz="1200" b="0" i="0" u="none" strike="noStrike" kern="1200" cap="none" spc="0" normalizeH="0" baseline="0" noProof="0" dirty="0" err="1">
                <a:ln>
                  <a:noFill/>
                </a:ln>
                <a:solidFill>
                  <a:srgbClr val="6A9955"/>
                </a:solidFill>
                <a:effectLst/>
                <a:uLnTx/>
                <a:uFillTx/>
                <a:latin typeface="Consolas" pitchFamily="49"/>
                <a:ea typeface="+mn-ea"/>
                <a:cs typeface="+mn-cs"/>
              </a:rPr>
              <a:t>messageA</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as we want</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a:ln>
                  <a:noFill/>
                </a:ln>
                <a:solidFill>
                  <a:srgbClr val="6A9955"/>
                </a:solidFill>
                <a:effectLst/>
                <a:uLnTx/>
                <a:uFillTx/>
                <a:latin typeface="Consolas" pitchFamily="49"/>
                <a:ea typeface="+mn-ea"/>
                <a:cs typeface="+mn-cs"/>
              </a:rPr>
              <a:t>// now we print it only</a:t>
            </a:r>
            <a:endParaRPr kumimoji="0" lang="en-US" sz="1200" b="0" i="0" u="none" strike="noStrike" kern="1200" cap="none" spc="0" normalizeH="0" baseline="0" noProof="0" dirty="0">
              <a:ln>
                <a:noFill/>
              </a:ln>
              <a:solidFill>
                <a:srgbClr val="D4D4D4"/>
              </a:solidFill>
              <a:effectLst/>
              <a:uLnTx/>
              <a:uFillTx/>
              <a:latin typeface="Consolas" pitchFamily="49"/>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r>
              <a:rPr kumimoji="0" lang="en-US" sz="1200" b="0" i="0" u="none" strike="noStrike" kern="1200" cap="none" spc="0" normalizeH="0" baseline="0" noProof="0" dirty="0" err="1">
                <a:ln>
                  <a:noFill/>
                </a:ln>
                <a:solidFill>
                  <a:srgbClr val="D4D4D4"/>
                </a:solidFill>
                <a:effectLst/>
                <a:uLnTx/>
                <a:uFillTx/>
                <a:latin typeface="Consolas" pitchFamily="49"/>
                <a:ea typeface="+mn-ea"/>
                <a:cs typeface="+mn-cs"/>
              </a:rPr>
              <a:t>outputB</a:t>
            </a: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&lt;- output</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b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br>
            <a:r>
              <a:rPr kumimoji="0" lang="en-US" sz="1200" b="0" i="0" u="none" strike="noStrike" kern="1200" cap="none" spc="0" normalizeH="0" baseline="0" noProof="0" dirty="0">
                <a:ln>
                  <a:noFill/>
                </a:ln>
                <a:solidFill>
                  <a:srgbClr val="D4D4D4"/>
                </a:solidFill>
                <a:effectLst/>
                <a:uLnTx/>
                <a:uFillTx/>
                <a:latin typeface="Consolas" pitchFamily="49"/>
                <a:ea typeface="+mn-ea"/>
                <a:cs typeface="+mn-cs"/>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lumMod val="50000"/>
          </a:schemeClr>
        </a:solidFill>
        <a:effectLst/>
      </p:bgPr>
    </p:bg>
    <p:spTree>
      <p:nvGrpSpPr>
        <p:cNvPr id="1" name="">
          <a:extLst>
            <a:ext uri="{FF2B5EF4-FFF2-40B4-BE49-F238E27FC236}">
              <a16:creationId xmlns:a16="http://schemas.microsoft.com/office/drawing/2014/main" id="{9F2EE229-4BEF-6A8A-28C5-8EB71D0E4431}"/>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20E6B9D5-D05C-F683-CE18-F64F2BE17651}"/>
              </a:ext>
            </a:extLst>
          </p:cNvPr>
          <p:cNvSpPr txBox="1"/>
          <p:nvPr/>
        </p:nvSpPr>
        <p:spPr>
          <a:xfrm>
            <a:off x="1153883" y="2459504"/>
            <a:ext cx="9884233" cy="193899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prstClr val="white"/>
                </a:solidFill>
                <a:effectLst/>
                <a:uLnTx/>
                <a:uFillTx/>
                <a:latin typeface="Times New Roman" panose="02020603050405020304" pitchFamily="18" charset="0"/>
                <a:ea typeface="+mn-ea"/>
                <a:cs typeface="Times New Roman" panose="02020603050405020304" pitchFamily="18" charset="0"/>
              </a:rPr>
              <a:t>Monolithic vs. Microservices Architecture</a:t>
            </a:r>
          </a:p>
        </p:txBody>
      </p:sp>
    </p:spTree>
    <p:extLst>
      <p:ext uri="{BB962C8B-B14F-4D97-AF65-F5344CB8AC3E}">
        <p14:creationId xmlns:p14="http://schemas.microsoft.com/office/powerpoint/2010/main" val="2819197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2">
                <a:lumMod val="50000"/>
              </a:schemeClr>
            </a:gs>
            <a:gs pos="74000">
              <a:schemeClr val="accent2">
                <a:lumMod val="50000"/>
              </a:schemeClr>
            </a:gs>
            <a:gs pos="83000">
              <a:schemeClr val="accent2">
                <a:lumMod val="50000"/>
              </a:schemeClr>
            </a:gs>
            <a:gs pos="100000">
              <a:schemeClr val="accent2">
                <a:lumMod val="50000"/>
              </a:schemeClr>
            </a:gs>
          </a:gsLst>
          <a:lin ang="5400000" scaled="1"/>
        </a:gra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AD24F8A-7871-B380-94C2-0093FA110953}"/>
              </a:ext>
            </a:extLst>
          </p:cNvPr>
          <p:cNvSpPr txBox="1"/>
          <p:nvPr/>
        </p:nvSpPr>
        <p:spPr>
          <a:xfrm>
            <a:off x="191729" y="153254"/>
            <a:ext cx="11198942" cy="4093428"/>
          </a:xfrm>
          <a:prstGeom prst="rect">
            <a:avLst/>
          </a:prstGeom>
          <a:noFill/>
        </p:spPr>
        <p:txBody>
          <a:bodyPr wrap="square" rtlCol="0">
            <a:spAutoFit/>
          </a:bodyPr>
          <a:lstStyle/>
          <a:p>
            <a:r>
              <a:rPr lang="en-US" sz="2000" b="1" i="1" dirty="0">
                <a:solidFill>
                  <a:schemeClr val="bg1"/>
                </a:solidFill>
                <a:latin typeface="Arial" panose="020B0604020202020204" pitchFamily="34" charset="0"/>
                <a:cs typeface="Arial" panose="020B0604020202020204" pitchFamily="34" charset="0"/>
              </a:rPr>
              <a:t>With monolithic architectures, all processes are tightly coupled and run as a single service. This means that if one process of the application experiences a spike in demand, the entire architecture must be scaled. Adding or improving a monolithic application’s features becomes more complex as the code base grows. This complexity limits experimentation and makes it difficult to implement new ideas. Monolithic architectures add risk for application availability because many dependent and tightly coupled processes increase the impact of a single process failure.</a:t>
            </a:r>
          </a:p>
          <a:p>
            <a:endParaRPr lang="en-US" sz="2000" b="1" i="1" dirty="0">
              <a:solidFill>
                <a:schemeClr val="bg1"/>
              </a:solidFill>
              <a:latin typeface="Arial" panose="020B0604020202020204" pitchFamily="34" charset="0"/>
              <a:cs typeface="Arial" panose="020B0604020202020204" pitchFamily="34" charset="0"/>
            </a:endParaRPr>
          </a:p>
          <a:p>
            <a:r>
              <a:rPr lang="en-US" sz="2000" b="1" i="1" dirty="0">
                <a:solidFill>
                  <a:schemeClr val="bg1"/>
                </a:solidFill>
                <a:latin typeface="Arial" panose="020B0604020202020204" pitchFamily="34" charset="0"/>
                <a:cs typeface="Arial" panose="020B0604020202020204" pitchFamily="34" charset="0"/>
              </a:rPr>
              <a:t>With a microservices architecture, an application is built as independent components that run each application process as a service. These services communicate via a well-defined interface using lightweight APIs. Services are built for business capabilities, and each service performs a single function. Because they are independently run, each service can be updated, deployed, and scaled to meet demand for specific functions of an application.</a:t>
            </a:r>
          </a:p>
        </p:txBody>
      </p:sp>
      <p:pic>
        <p:nvPicPr>
          <p:cNvPr id="3" name="Picture 2">
            <a:extLst>
              <a:ext uri="{FF2B5EF4-FFF2-40B4-BE49-F238E27FC236}">
                <a16:creationId xmlns:a16="http://schemas.microsoft.com/office/drawing/2014/main" id="{6C5B1690-4C92-7CF5-46AC-8A4749C27E70}"/>
              </a:ext>
            </a:extLst>
          </p:cNvPr>
          <p:cNvPicPr>
            <a:picLocks noChangeAspect="1"/>
          </p:cNvPicPr>
          <p:nvPr/>
        </p:nvPicPr>
        <p:blipFill>
          <a:blip r:embed="rId2"/>
          <a:srcRect t="7266" b="3330"/>
          <a:stretch>
            <a:fillRect/>
          </a:stretch>
        </p:blipFill>
        <p:spPr>
          <a:xfrm>
            <a:off x="2890684" y="4286864"/>
            <a:ext cx="6361471" cy="2507226"/>
          </a:xfrm>
          <a:prstGeom prst="rect">
            <a:avLst/>
          </a:prstGeom>
        </p:spPr>
      </p:pic>
    </p:spTree>
    <p:extLst>
      <p:ext uri="{BB962C8B-B14F-4D97-AF65-F5344CB8AC3E}">
        <p14:creationId xmlns:p14="http://schemas.microsoft.com/office/powerpoint/2010/main" val="1737701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chemeClr val="accent2">
                <a:lumMod val="50000"/>
              </a:schemeClr>
            </a:gs>
            <a:gs pos="74000">
              <a:schemeClr val="accent2">
                <a:lumMod val="50000"/>
              </a:schemeClr>
            </a:gs>
            <a:gs pos="83000">
              <a:schemeClr val="accent2">
                <a:lumMod val="50000"/>
              </a:schemeClr>
            </a:gs>
            <a:gs pos="100000">
              <a:schemeClr val="accent2">
                <a:lumMod val="50000"/>
              </a:schemeClr>
            </a:gs>
          </a:gsLst>
          <a:lin ang="5400000" scaled="1"/>
        </a:gradFill>
        <a:effectLst/>
      </p:bgPr>
    </p:bg>
    <p:spTree>
      <p:nvGrpSpPr>
        <p:cNvPr id="1" name="">
          <a:extLst>
            <a:ext uri="{FF2B5EF4-FFF2-40B4-BE49-F238E27FC236}">
              <a16:creationId xmlns:a16="http://schemas.microsoft.com/office/drawing/2014/main" id="{FA82E405-B617-4A07-7438-B61F56C81E8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486E1FF-D3DB-461D-9DAC-28D98C73B0B9}"/>
              </a:ext>
            </a:extLst>
          </p:cNvPr>
          <p:cNvPicPr>
            <a:picLocks noChangeAspect="1"/>
          </p:cNvPicPr>
          <p:nvPr/>
        </p:nvPicPr>
        <p:blipFill>
          <a:blip r:embed="rId2"/>
          <a:srcRect l="1550" t="1652" r="587" b="1513"/>
          <a:stretch>
            <a:fillRect/>
          </a:stretch>
        </p:blipFill>
        <p:spPr>
          <a:xfrm>
            <a:off x="275302" y="167146"/>
            <a:ext cx="8485239" cy="4198375"/>
          </a:xfrm>
          <a:prstGeom prst="rect">
            <a:avLst/>
          </a:prstGeom>
        </p:spPr>
      </p:pic>
      <p:sp>
        <p:nvSpPr>
          <p:cNvPr id="6" name="TextBox 5">
            <a:extLst>
              <a:ext uri="{FF2B5EF4-FFF2-40B4-BE49-F238E27FC236}">
                <a16:creationId xmlns:a16="http://schemas.microsoft.com/office/drawing/2014/main" id="{25AE0E7F-B007-50DB-4524-40BE4B78CEB2}"/>
              </a:ext>
            </a:extLst>
          </p:cNvPr>
          <p:cNvSpPr txBox="1"/>
          <p:nvPr/>
        </p:nvSpPr>
        <p:spPr>
          <a:xfrm>
            <a:off x="145620" y="4607268"/>
            <a:ext cx="11198942" cy="1569660"/>
          </a:xfrm>
          <a:prstGeom prst="rect">
            <a:avLst/>
          </a:prstGeom>
          <a:noFill/>
        </p:spPr>
        <p:txBody>
          <a:bodyPr wrap="square" rtlCol="0">
            <a:spAutoFit/>
          </a:bodyPr>
          <a:lstStyle/>
          <a:p>
            <a:r>
              <a:rPr lang="en-US" sz="2400" b="1" i="1" dirty="0">
                <a:solidFill>
                  <a:schemeClr val="bg1"/>
                </a:solidFill>
                <a:latin typeface="Arial" panose="020B0604020202020204" pitchFamily="34" charset="0"/>
                <a:cs typeface="Arial" panose="020B0604020202020204" pitchFamily="34" charset="0"/>
              </a:rPr>
              <a:t>The microservice architectural style is an approach to developing a single application as a suite of small services, each running in its own process and communicating with lightweight mechanisms, often an HTTP resource API.</a:t>
            </a:r>
          </a:p>
        </p:txBody>
      </p:sp>
    </p:spTree>
    <p:extLst>
      <p:ext uri="{BB962C8B-B14F-4D97-AF65-F5344CB8AC3E}">
        <p14:creationId xmlns:p14="http://schemas.microsoft.com/office/powerpoint/2010/main" val="2370847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2">
            <a:lumMod val="50000"/>
          </a:schemeClr>
        </a:solidFill>
        <a:effectLst/>
      </p:bgPr>
    </p:bg>
    <p:spTree>
      <p:nvGrpSpPr>
        <p:cNvPr id="1" name="">
          <a:extLst>
            <a:ext uri="{FF2B5EF4-FFF2-40B4-BE49-F238E27FC236}">
              <a16:creationId xmlns:a16="http://schemas.microsoft.com/office/drawing/2014/main" id="{BEA77DBF-AD47-95EE-2F2A-5CC807D0829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D44C0736-67DD-92A0-73B2-3002007FC205}"/>
              </a:ext>
            </a:extLst>
          </p:cNvPr>
          <p:cNvSpPr txBox="1"/>
          <p:nvPr/>
        </p:nvSpPr>
        <p:spPr>
          <a:xfrm>
            <a:off x="1153883" y="2274838"/>
            <a:ext cx="9884233" cy="230832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prstClr val="white"/>
                </a:solidFill>
                <a:effectLst/>
                <a:uLnTx/>
                <a:uFillTx/>
                <a:latin typeface="Times New Roman" panose="02020603050405020304" pitchFamily="18" charset="0"/>
                <a:ea typeface="+mn-ea"/>
                <a:cs typeface="Times New Roman" panose="02020603050405020304" pitchFamily="18" charset="0"/>
              </a:rPr>
              <a:t>Distributed Databases Concepts</a:t>
            </a:r>
          </a:p>
        </p:txBody>
      </p:sp>
    </p:spTree>
    <p:extLst>
      <p:ext uri="{BB962C8B-B14F-4D97-AF65-F5344CB8AC3E}">
        <p14:creationId xmlns:p14="http://schemas.microsoft.com/office/powerpoint/2010/main" val="16602951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FC5CA-5A9B-1D8C-0ECD-4F271A7DE27D}"/>
              </a:ext>
            </a:extLst>
          </p:cNvPr>
          <p:cNvSpPr txBox="1">
            <a:spLocks/>
          </p:cNvSpPr>
          <p:nvPr/>
        </p:nvSpPr>
        <p:spPr>
          <a:xfrm>
            <a:off x="19178" y="192533"/>
            <a:ext cx="11996331"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Inro:</a:t>
            </a:r>
            <a:endParaRPr lang="en-US" sz="4200"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8539038B-79A4-F1E9-9143-BA5E5BBDD216}"/>
              </a:ext>
            </a:extLst>
          </p:cNvPr>
          <p:cNvSpPr/>
          <p:nvPr/>
        </p:nvSpPr>
        <p:spPr>
          <a:xfrm>
            <a:off x="110125" y="1163151"/>
            <a:ext cx="111760"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32A6624-2C5A-A39D-D285-8E9A11EF7973}"/>
              </a:ext>
            </a:extLst>
          </p:cNvPr>
          <p:cNvSpPr/>
          <p:nvPr/>
        </p:nvSpPr>
        <p:spPr>
          <a:xfrm>
            <a:off x="186324" y="1163151"/>
            <a:ext cx="11895551"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Distributed databases bring the advantages of distributed computing to the database domain</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5" name="Rectangle 4">
            <a:extLst>
              <a:ext uri="{FF2B5EF4-FFF2-40B4-BE49-F238E27FC236}">
                <a16:creationId xmlns:a16="http://schemas.microsoft.com/office/drawing/2014/main" id="{DB02F1F3-B6BD-9397-0312-C91B16B1AB34}"/>
              </a:ext>
            </a:extLst>
          </p:cNvPr>
          <p:cNvSpPr/>
          <p:nvPr/>
        </p:nvSpPr>
        <p:spPr>
          <a:xfrm>
            <a:off x="110125" y="2104767"/>
            <a:ext cx="111760"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9F3A59D2-12A3-4D6D-5FEC-C24565E4F3EE}"/>
              </a:ext>
            </a:extLst>
          </p:cNvPr>
          <p:cNvSpPr/>
          <p:nvPr/>
        </p:nvSpPr>
        <p:spPr>
          <a:xfrm>
            <a:off x="186324" y="2104767"/>
            <a:ext cx="11895551"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A distributed computing system consists of several processing sites or nodes that are interconnected by a computer network and that cooperate in performing certain assigned tasks</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7" name="Rectangle 6">
            <a:extLst>
              <a:ext uri="{FF2B5EF4-FFF2-40B4-BE49-F238E27FC236}">
                <a16:creationId xmlns:a16="http://schemas.microsoft.com/office/drawing/2014/main" id="{492DA50C-E0C0-67A6-0607-05488B400552}"/>
              </a:ext>
            </a:extLst>
          </p:cNvPr>
          <p:cNvSpPr/>
          <p:nvPr/>
        </p:nvSpPr>
        <p:spPr>
          <a:xfrm>
            <a:off x="110125" y="3045053"/>
            <a:ext cx="111760"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36CB07E7-DC0A-14A8-A678-603C0FD95A33}"/>
              </a:ext>
            </a:extLst>
          </p:cNvPr>
          <p:cNvSpPr/>
          <p:nvPr/>
        </p:nvSpPr>
        <p:spPr>
          <a:xfrm>
            <a:off x="186324" y="3045053"/>
            <a:ext cx="11895551"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As a general goal, distributed computing systems partition a big, unmanageable problem into smaller pieces and solve it efficiently in a coordinated manner.</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9" name="Rectangle 8">
            <a:extLst>
              <a:ext uri="{FF2B5EF4-FFF2-40B4-BE49-F238E27FC236}">
                <a16:creationId xmlns:a16="http://schemas.microsoft.com/office/drawing/2014/main" id="{067478CC-7B71-F32B-5945-4D4C9E198FFA}"/>
              </a:ext>
            </a:extLst>
          </p:cNvPr>
          <p:cNvSpPr/>
          <p:nvPr/>
        </p:nvSpPr>
        <p:spPr>
          <a:xfrm>
            <a:off x="110125" y="3985339"/>
            <a:ext cx="111760" cy="911126"/>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E72E8453-1B41-1A05-FD5F-117870F9088B}"/>
              </a:ext>
            </a:extLst>
          </p:cNvPr>
          <p:cNvSpPr/>
          <p:nvPr/>
        </p:nvSpPr>
        <p:spPr>
          <a:xfrm>
            <a:off x="186324" y="3985339"/>
            <a:ext cx="11895551" cy="911126"/>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The origins of big data technologies come from distributed systems and database systems, as well as data mining and machine learning algorithms that can process these vast amounts of data to extract needed knowledge.</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1" name="Rectangle 10">
            <a:extLst>
              <a:ext uri="{FF2B5EF4-FFF2-40B4-BE49-F238E27FC236}">
                <a16:creationId xmlns:a16="http://schemas.microsoft.com/office/drawing/2014/main" id="{569D30F1-1B70-4FCA-71E7-80217340EC40}"/>
              </a:ext>
            </a:extLst>
          </p:cNvPr>
          <p:cNvSpPr/>
          <p:nvPr/>
        </p:nvSpPr>
        <p:spPr>
          <a:xfrm>
            <a:off x="110125" y="5068856"/>
            <a:ext cx="111760" cy="1705569"/>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0ECC38A8-8CA5-E708-619A-93546047ED08}"/>
              </a:ext>
            </a:extLst>
          </p:cNvPr>
          <p:cNvSpPr/>
          <p:nvPr/>
        </p:nvSpPr>
        <p:spPr>
          <a:xfrm>
            <a:off x="186324" y="5068856"/>
            <a:ext cx="11895551" cy="1705569"/>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t>A distributed database (DDB) </a:t>
            </a:r>
            <a:r>
              <a:rPr lang="en-US" b="1" dirty="0">
                <a:solidFill>
                  <a:prstClr val="white"/>
                </a:solidFill>
                <a:latin typeface="Arial" panose="020B0604020202020204" pitchFamily="34" charset="0"/>
                <a:cs typeface="Arial" panose="020B0604020202020204" pitchFamily="34" charset="0"/>
              </a:rPr>
              <a:t>is a collection of multiple logically interrelated databases distributed over a computer network. With the following conditions:</a:t>
            </a:r>
          </a:p>
          <a:p>
            <a:pPr marL="285750" lvl="0" indent="-285750">
              <a:buFont typeface="Arial" panose="020B0604020202020204" pitchFamily="34" charset="0"/>
              <a:buChar char="•"/>
              <a:defRPr/>
            </a:pPr>
            <a:r>
              <a:rPr lang="en-US" b="1" dirty="0"/>
              <a:t>Connection of database nodes over a computer network.</a:t>
            </a:r>
          </a:p>
          <a:p>
            <a:pPr marL="285750" lvl="0" indent="-285750">
              <a:buFont typeface="Arial" panose="020B0604020202020204" pitchFamily="34" charset="0"/>
              <a:buChar char="•"/>
              <a:defRPr/>
            </a:pPr>
            <a:r>
              <a:rPr lang="en-US" b="1" dirty="0"/>
              <a:t>Logical interrelation of the connected databases.</a:t>
            </a:r>
          </a:p>
          <a:p>
            <a:pPr marL="285750" lvl="0" indent="-285750">
              <a:buFont typeface="Arial" panose="020B0604020202020204" pitchFamily="34" charset="0"/>
              <a:buChar char="•"/>
              <a:defRPr/>
            </a:pPr>
            <a:r>
              <a:rPr lang="en-US" b="1" dirty="0"/>
              <a:t>Possible absence of homogeneity among connected nodes.</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930489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55A48-4707-F29A-AE37-98B385AC72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D4387B-ED90-8406-B765-50A4435E1AB7}"/>
              </a:ext>
            </a:extLst>
          </p:cNvPr>
          <p:cNvSpPr txBox="1">
            <a:spLocks/>
          </p:cNvSpPr>
          <p:nvPr/>
        </p:nvSpPr>
        <p:spPr>
          <a:xfrm>
            <a:off x="19178" y="192533"/>
            <a:ext cx="11996331"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Transparency:</a:t>
            </a:r>
            <a:endParaRPr lang="en-US" sz="4200"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F5F21107-0620-C36C-C0BE-FADFA6B95991}"/>
              </a:ext>
            </a:extLst>
          </p:cNvPr>
          <p:cNvSpPr/>
          <p:nvPr/>
        </p:nvSpPr>
        <p:spPr>
          <a:xfrm>
            <a:off x="110125" y="1163151"/>
            <a:ext cx="111760"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37768ED7-596C-A01F-EE60-144AB16602B6}"/>
              </a:ext>
            </a:extLst>
          </p:cNvPr>
          <p:cNvSpPr/>
          <p:nvPr/>
        </p:nvSpPr>
        <p:spPr>
          <a:xfrm>
            <a:off x="186324" y="1163151"/>
            <a:ext cx="11895551"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The concept of transparency extends the general idea of hiding implementation details from end users</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5" name="Rectangle 4">
            <a:extLst>
              <a:ext uri="{FF2B5EF4-FFF2-40B4-BE49-F238E27FC236}">
                <a16:creationId xmlns:a16="http://schemas.microsoft.com/office/drawing/2014/main" id="{0F2A729A-D4B8-9C94-6401-53645711BCE7}"/>
              </a:ext>
            </a:extLst>
          </p:cNvPr>
          <p:cNvSpPr/>
          <p:nvPr/>
        </p:nvSpPr>
        <p:spPr>
          <a:xfrm>
            <a:off x="110125" y="2104767"/>
            <a:ext cx="111760"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5B92C3C4-050D-6953-53CA-224D4F7A5869}"/>
              </a:ext>
            </a:extLst>
          </p:cNvPr>
          <p:cNvSpPr/>
          <p:nvPr/>
        </p:nvSpPr>
        <p:spPr>
          <a:xfrm>
            <a:off x="186324" y="2104767"/>
            <a:ext cx="11895551" cy="76789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b="1" dirty="0">
                <a:solidFill>
                  <a:prstClr val="white"/>
                </a:solidFill>
                <a:latin typeface="Arial" panose="020B0604020202020204" pitchFamily="34" charset="0"/>
                <a:cs typeface="Arial" panose="020B0604020202020204" pitchFamily="34" charset="0"/>
              </a:rPr>
              <a:t>A highly transparent system offers a lot of flexibility to the end user/application developer since it requires little or no awareness of underlying details on their part</a:t>
            </a:r>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1" name="Rectangle 10">
            <a:extLst>
              <a:ext uri="{FF2B5EF4-FFF2-40B4-BE49-F238E27FC236}">
                <a16:creationId xmlns:a16="http://schemas.microsoft.com/office/drawing/2014/main" id="{4D3B0F94-3AAE-B211-3BCF-9AED9D05348C}"/>
              </a:ext>
            </a:extLst>
          </p:cNvPr>
          <p:cNvSpPr/>
          <p:nvPr/>
        </p:nvSpPr>
        <p:spPr>
          <a:xfrm>
            <a:off x="110125" y="3046383"/>
            <a:ext cx="111760" cy="3246262"/>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D5C99D34-BF4E-C8E9-2276-C35468EA32CF}"/>
              </a:ext>
            </a:extLst>
          </p:cNvPr>
          <p:cNvSpPr/>
          <p:nvPr/>
        </p:nvSpPr>
        <p:spPr>
          <a:xfrm>
            <a:off x="186324" y="3046383"/>
            <a:ext cx="11895551" cy="3246262"/>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Arial" panose="020B0604020202020204" pitchFamily="34" charset="0"/>
              <a:buChar char="•"/>
            </a:pPr>
            <a:endParaRPr lang="en-US" sz="2000" b="1" dirty="0"/>
          </a:p>
          <a:p>
            <a:pPr marL="342900" indent="-342900">
              <a:buFont typeface="Arial" panose="020B0604020202020204" pitchFamily="34" charset="0"/>
              <a:buChar char="•"/>
            </a:pPr>
            <a:r>
              <a:rPr lang="en-US" sz="2000" b="1" dirty="0"/>
              <a:t>Data organization transparency (also known as </a:t>
            </a:r>
            <a:r>
              <a:rPr lang="en-US" sz="2000" b="1" i="1" dirty="0"/>
              <a:t>distribution </a:t>
            </a:r>
            <a:r>
              <a:rPr lang="en-US" sz="2000" b="1" dirty="0"/>
              <a:t>or </a:t>
            </a:r>
            <a:r>
              <a:rPr lang="en-US" sz="2000" b="1" i="1" dirty="0"/>
              <a:t>network transparency</a:t>
            </a:r>
            <a:r>
              <a:rPr lang="en-US" sz="2000" b="1" dirty="0"/>
              <a:t>).</a:t>
            </a:r>
          </a:p>
          <a:p>
            <a:pPr marL="342900" indent="-342900">
              <a:buFont typeface="Arial" panose="020B0604020202020204" pitchFamily="34" charset="0"/>
              <a:buChar char="•"/>
            </a:pPr>
            <a:r>
              <a:rPr lang="en-US" sz="2000" b="1" dirty="0"/>
              <a:t>Location transparency.</a:t>
            </a:r>
          </a:p>
          <a:p>
            <a:pPr marL="342900" indent="-342900">
              <a:buFont typeface="Arial" panose="020B0604020202020204" pitchFamily="34" charset="0"/>
              <a:buChar char="•"/>
            </a:pPr>
            <a:r>
              <a:rPr lang="en-US" sz="2000" b="1" dirty="0"/>
              <a:t>Replication transparency.</a:t>
            </a:r>
          </a:p>
          <a:p>
            <a:pPr marL="342900" indent="-342900">
              <a:buFont typeface="Arial" panose="020B0604020202020204" pitchFamily="34" charset="0"/>
              <a:buChar char="•"/>
            </a:pPr>
            <a:r>
              <a:rPr lang="en-US" sz="2000" b="1" dirty="0"/>
              <a:t>Fragmentation transparency:</a:t>
            </a:r>
          </a:p>
          <a:p>
            <a:pPr marL="800100" lvl="1" indent="-342900">
              <a:buFont typeface="Arial" panose="020B0604020202020204" pitchFamily="34" charset="0"/>
              <a:buChar char="•"/>
            </a:pPr>
            <a:r>
              <a:rPr lang="en-US" b="1" dirty="0"/>
              <a:t>Horizontal fragmentation/Sharding distributes a relation (table) into sub-relations that are subsets of the tuples (rows) in the original relation.</a:t>
            </a:r>
          </a:p>
          <a:p>
            <a:pPr marL="800100" lvl="1" indent="-342900">
              <a:buFont typeface="Arial" panose="020B0604020202020204" pitchFamily="34" charset="0"/>
              <a:buChar char="•"/>
            </a:pPr>
            <a:r>
              <a:rPr lang="en-US" b="1" dirty="0"/>
              <a:t>Vertical fragmentation distributes a relation into sub-relations where each sub-relation is defined by a subset of the columns of the original relation.</a:t>
            </a:r>
          </a:p>
          <a:p>
            <a:endParaRPr lang="en-US" b="1" dirty="0"/>
          </a:p>
          <a:p>
            <a:endParaRPr kumimoji="0" lang="en-US" sz="1800" b="1" i="0"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871904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7300F-5347-709E-B221-0437581BE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0DE18E-D5AE-A5CD-D912-2931675D4C79}"/>
              </a:ext>
            </a:extLst>
          </p:cNvPr>
          <p:cNvSpPr txBox="1">
            <a:spLocks/>
          </p:cNvSpPr>
          <p:nvPr/>
        </p:nvSpPr>
        <p:spPr>
          <a:xfrm>
            <a:off x="19178" y="192533"/>
            <a:ext cx="11996331"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Scalability &amp; Autonomy</a:t>
            </a:r>
            <a:r>
              <a:rPr lang="en-US" b="1" dirty="0">
                <a:latin typeface="Times New Roman" panose="02020603050405020304" pitchFamily="18" charset="0"/>
                <a:cs typeface="Times New Roman" panose="02020603050405020304" pitchFamily="18" charset="0"/>
              </a:rPr>
              <a:t>:</a:t>
            </a:r>
            <a:endParaRPr lang="en-US" sz="4200" b="1" dirty="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927F923C-46CC-5E0D-1D4B-69908694C153}"/>
              </a:ext>
            </a:extLst>
          </p:cNvPr>
          <p:cNvSpPr/>
          <p:nvPr/>
        </p:nvSpPr>
        <p:spPr>
          <a:xfrm>
            <a:off x="100292" y="970936"/>
            <a:ext cx="111760" cy="245806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A857B536-BA57-73D0-D241-74AFB9F89989}"/>
              </a:ext>
            </a:extLst>
          </p:cNvPr>
          <p:cNvSpPr/>
          <p:nvPr/>
        </p:nvSpPr>
        <p:spPr>
          <a:xfrm>
            <a:off x="176491" y="970936"/>
            <a:ext cx="11895551" cy="2458064"/>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t>Scalability refers to the system's ability to expand its capacity without interruption while continuing to operate.</a:t>
            </a:r>
            <a:br>
              <a:rPr lang="en-US" sz="2000" b="1" dirty="0"/>
            </a:br>
            <a:endParaRPr lang="en-US" sz="2000" b="1" dirty="0"/>
          </a:p>
          <a:p>
            <a:pPr marL="342900" indent="-342900">
              <a:buFont typeface="Arial" panose="020B0604020202020204" pitchFamily="34" charset="0"/>
              <a:buChar char="•"/>
            </a:pPr>
            <a:r>
              <a:rPr lang="en-US" sz="2000" b="1" dirty="0"/>
              <a:t>Horizontal scalability: This refers to expanding the number of nodes in the distributed system.</a:t>
            </a:r>
          </a:p>
          <a:p>
            <a:pPr marL="342900" indent="-342900">
              <a:buFont typeface="Arial" panose="020B0604020202020204" pitchFamily="34" charset="0"/>
              <a:buChar char="•"/>
            </a:pPr>
            <a:r>
              <a:rPr lang="en-US" sz="2000" b="1" dirty="0"/>
              <a:t>Vertical scalability: This refers to expanding the capacity of the individual nodes in the system</a:t>
            </a:r>
          </a:p>
        </p:txBody>
      </p:sp>
      <p:sp>
        <p:nvSpPr>
          <p:cNvPr id="7" name="Rectangle 6">
            <a:extLst>
              <a:ext uri="{FF2B5EF4-FFF2-40B4-BE49-F238E27FC236}">
                <a16:creationId xmlns:a16="http://schemas.microsoft.com/office/drawing/2014/main" id="{3A1655AF-B343-5012-7214-D820B7A6441D}"/>
              </a:ext>
            </a:extLst>
          </p:cNvPr>
          <p:cNvSpPr/>
          <p:nvPr/>
        </p:nvSpPr>
        <p:spPr>
          <a:xfrm>
            <a:off x="100292" y="3657600"/>
            <a:ext cx="111760" cy="1275736"/>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A64807A3-BB1B-E77D-771D-5D2C7508AF3C}"/>
              </a:ext>
            </a:extLst>
          </p:cNvPr>
          <p:cNvSpPr/>
          <p:nvPr/>
        </p:nvSpPr>
        <p:spPr>
          <a:xfrm>
            <a:off x="176491" y="3657600"/>
            <a:ext cx="11895551" cy="1275736"/>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t>Autonomy determines the extent to which individual nodes or DBs in a connected DDB can operate independently. A high degree of autonomy is desirable for increased flexibility and customized maintenance of an individual node.</a:t>
            </a:r>
          </a:p>
        </p:txBody>
      </p:sp>
    </p:spTree>
    <p:extLst>
      <p:ext uri="{BB962C8B-B14F-4D97-AF65-F5344CB8AC3E}">
        <p14:creationId xmlns:p14="http://schemas.microsoft.com/office/powerpoint/2010/main" val="31565885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0FD5-C769-FB6E-8278-835AA5BDBA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6F73A6-851B-70CD-5243-431AC4102B99}"/>
              </a:ext>
            </a:extLst>
          </p:cNvPr>
          <p:cNvSpPr txBox="1">
            <a:spLocks/>
          </p:cNvSpPr>
          <p:nvPr/>
        </p:nvSpPr>
        <p:spPr>
          <a:xfrm>
            <a:off x="19178" y="192533"/>
            <a:ext cx="11996331"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CAP Theorem</a:t>
            </a:r>
            <a:r>
              <a:rPr lang="en-US" b="1" dirty="0">
                <a:latin typeface="Times New Roman" panose="02020603050405020304" pitchFamily="18" charset="0"/>
                <a:cs typeface="Times New Roman" panose="02020603050405020304" pitchFamily="18" charset="0"/>
              </a:rPr>
              <a:t>:</a:t>
            </a:r>
            <a:endParaRPr lang="en-US" sz="4200" b="1" dirty="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0FBAB5DD-0C24-6276-9A49-EF2CB301BA39}"/>
              </a:ext>
            </a:extLst>
          </p:cNvPr>
          <p:cNvSpPr/>
          <p:nvPr/>
        </p:nvSpPr>
        <p:spPr>
          <a:xfrm>
            <a:off x="100292" y="963561"/>
            <a:ext cx="111760" cy="865239"/>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49C739CB-0857-4188-5AC3-060E52C14133}"/>
              </a:ext>
            </a:extLst>
          </p:cNvPr>
          <p:cNvSpPr/>
          <p:nvPr/>
        </p:nvSpPr>
        <p:spPr>
          <a:xfrm>
            <a:off x="176491" y="963561"/>
            <a:ext cx="11895551" cy="865239"/>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t>We assumed that the distributed database system (DDBS) is required to enforce the ACID properties (atomicity, consistency, isolation, durability) of transactions that are running concurrently</a:t>
            </a:r>
          </a:p>
        </p:txBody>
      </p:sp>
      <p:sp>
        <p:nvSpPr>
          <p:cNvPr id="7" name="Rectangle 6">
            <a:extLst>
              <a:ext uri="{FF2B5EF4-FFF2-40B4-BE49-F238E27FC236}">
                <a16:creationId xmlns:a16="http://schemas.microsoft.com/office/drawing/2014/main" id="{757FBC71-A6A6-1223-BC66-C80BAB797563}"/>
              </a:ext>
            </a:extLst>
          </p:cNvPr>
          <p:cNvSpPr/>
          <p:nvPr/>
        </p:nvSpPr>
        <p:spPr>
          <a:xfrm>
            <a:off x="135853" y="3036191"/>
            <a:ext cx="111760" cy="1730477"/>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07132906-ADAE-8548-A707-6DFDDD93EB2D}"/>
              </a:ext>
            </a:extLst>
          </p:cNvPr>
          <p:cNvSpPr/>
          <p:nvPr/>
        </p:nvSpPr>
        <p:spPr>
          <a:xfrm>
            <a:off x="212052" y="3036191"/>
            <a:ext cx="11895551" cy="1730477"/>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en-US" sz="2000" b="1" dirty="0"/>
              <a:t>The CAP theorem, which was originally introduced as the CAP principle, can be used to explain some of the competing requirements in a distributed system with replication. The three letters in CAP refer to three desirable properties of distributed systems with replicated data: consistency (among replicated copies), availability (of the system for read and write operations), and partition tolerance (in the face of the nodes in the system being partitioned by a network fault).</a:t>
            </a:r>
          </a:p>
        </p:txBody>
      </p:sp>
      <p:sp>
        <p:nvSpPr>
          <p:cNvPr id="3" name="Rectangle 2">
            <a:extLst>
              <a:ext uri="{FF2B5EF4-FFF2-40B4-BE49-F238E27FC236}">
                <a16:creationId xmlns:a16="http://schemas.microsoft.com/office/drawing/2014/main" id="{5A3EF605-CB6E-9D5F-3DFF-762A5004C55B}"/>
              </a:ext>
            </a:extLst>
          </p:cNvPr>
          <p:cNvSpPr/>
          <p:nvPr/>
        </p:nvSpPr>
        <p:spPr>
          <a:xfrm>
            <a:off x="100292" y="1999876"/>
            <a:ext cx="111760" cy="865239"/>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CD6CFFB-FDD4-A3C8-E7B2-B105ADCA290D}"/>
              </a:ext>
            </a:extLst>
          </p:cNvPr>
          <p:cNvSpPr/>
          <p:nvPr/>
        </p:nvSpPr>
        <p:spPr>
          <a:xfrm>
            <a:off x="176491" y="1999876"/>
            <a:ext cx="11895551" cy="865239"/>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t>In the field of distributed systems, there are various levels of consistency among replicated data items, from weak consistency to strong consistency</a:t>
            </a:r>
          </a:p>
        </p:txBody>
      </p:sp>
      <p:sp>
        <p:nvSpPr>
          <p:cNvPr id="5" name="Rectangle 4">
            <a:extLst>
              <a:ext uri="{FF2B5EF4-FFF2-40B4-BE49-F238E27FC236}">
                <a16:creationId xmlns:a16="http://schemas.microsoft.com/office/drawing/2014/main" id="{BAAE5FF9-F93B-A95D-654D-71B7018873FB}"/>
              </a:ext>
            </a:extLst>
          </p:cNvPr>
          <p:cNvSpPr/>
          <p:nvPr/>
        </p:nvSpPr>
        <p:spPr>
          <a:xfrm>
            <a:off x="100292" y="4937744"/>
            <a:ext cx="111760" cy="1266411"/>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ectangle 5">
            <a:extLst>
              <a:ext uri="{FF2B5EF4-FFF2-40B4-BE49-F238E27FC236}">
                <a16:creationId xmlns:a16="http://schemas.microsoft.com/office/drawing/2014/main" id="{C01ED334-071B-01F5-21BB-45B8C7DC0FF8}"/>
              </a:ext>
            </a:extLst>
          </p:cNvPr>
          <p:cNvSpPr/>
          <p:nvPr/>
        </p:nvSpPr>
        <p:spPr>
          <a:xfrm>
            <a:off x="176491" y="4937744"/>
            <a:ext cx="11895551" cy="1266411"/>
          </a:xfrm>
          <a:prstGeom prst="rect">
            <a:avLst/>
          </a:prstGeom>
          <a:solidFill>
            <a:schemeClr val="accent2">
              <a:lumMod val="50000"/>
            </a:scheme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t>The CAP theorem states that it is not possible to guarantee all three of the desirable properties—consistency, availability, and partition tolerance—at the same time in a distributed system with data replication. If this is the case, then the distributed system designer would have to choose two properties out of the three to guarantee.</a:t>
            </a:r>
          </a:p>
        </p:txBody>
      </p:sp>
    </p:spTree>
    <p:extLst>
      <p:ext uri="{BB962C8B-B14F-4D97-AF65-F5344CB8AC3E}">
        <p14:creationId xmlns:p14="http://schemas.microsoft.com/office/powerpoint/2010/main" val="865786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1C7B1-692D-041D-E0BA-C3B06106E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B781C5-DC2E-32AC-C8E2-B460D294B67F}"/>
              </a:ext>
            </a:extLst>
          </p:cNvPr>
          <p:cNvSpPr txBox="1">
            <a:spLocks/>
          </p:cNvSpPr>
          <p:nvPr/>
        </p:nvSpPr>
        <p:spPr>
          <a:xfrm>
            <a:off x="19178" y="192533"/>
            <a:ext cx="11996331"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CAP Theorem</a:t>
            </a:r>
            <a:r>
              <a:rPr lang="en-US" b="1" dirty="0">
                <a:latin typeface="Times New Roman" panose="02020603050405020304" pitchFamily="18" charset="0"/>
                <a:cs typeface="Times New Roman" panose="02020603050405020304" pitchFamily="18" charset="0"/>
              </a:rPr>
              <a:t>:</a:t>
            </a:r>
            <a:endParaRPr lang="en-US" sz="4200" b="1" dirty="0">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4B54FC11-C673-C1CC-5999-23923B04AEDC}"/>
              </a:ext>
            </a:extLst>
          </p:cNvPr>
          <p:cNvPicPr>
            <a:picLocks noChangeAspect="1"/>
          </p:cNvPicPr>
          <p:nvPr/>
        </p:nvPicPr>
        <p:blipFill>
          <a:blip r:embed="rId2"/>
          <a:stretch>
            <a:fillRect/>
          </a:stretch>
        </p:blipFill>
        <p:spPr>
          <a:xfrm>
            <a:off x="619941" y="855314"/>
            <a:ext cx="10402020" cy="5614312"/>
          </a:xfrm>
          <a:prstGeom prst="rect">
            <a:avLst/>
          </a:prstGeom>
        </p:spPr>
      </p:pic>
    </p:spTree>
    <p:extLst>
      <p:ext uri="{BB962C8B-B14F-4D97-AF65-F5344CB8AC3E}">
        <p14:creationId xmlns:p14="http://schemas.microsoft.com/office/powerpoint/2010/main" val="6287736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B0D50-E77C-097E-0595-F353CCC4B79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34DBE42-E3DF-77C5-6D00-DD808DD80EFB}"/>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00574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2">
            <a:lumMod val="50000"/>
          </a:schemeClr>
        </a:solidFill>
        <a:effectLst/>
      </p:bgPr>
    </p:bg>
    <p:spTree>
      <p:nvGrpSpPr>
        <p:cNvPr id="1" name="">
          <a:extLst>
            <a:ext uri="{FF2B5EF4-FFF2-40B4-BE49-F238E27FC236}">
              <a16:creationId xmlns:a16="http://schemas.microsoft.com/office/drawing/2014/main" id="{FAAE0B34-B9E8-2351-ED6C-42C05DBF55E2}"/>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2D32EA5F-46AC-EAF3-5E71-C3C53E3C773B}"/>
              </a:ext>
            </a:extLst>
          </p:cNvPr>
          <p:cNvSpPr txBox="1"/>
          <p:nvPr/>
        </p:nvSpPr>
        <p:spPr>
          <a:xfrm>
            <a:off x="1153883" y="2274838"/>
            <a:ext cx="9884233" cy="230832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7200" b="1" i="0" u="none" strike="noStrike" kern="1200" cap="none" spc="0" normalizeH="0" baseline="0" noProof="0" dirty="0">
                <a:ln>
                  <a:noFill/>
                </a:ln>
                <a:solidFill>
                  <a:prstClr val="white"/>
                </a:solidFill>
                <a:effectLst/>
                <a:uLnTx/>
                <a:uFillTx/>
                <a:latin typeface="Times New Roman" panose="02020603050405020304" pitchFamily="18" charset="0"/>
                <a:ea typeface="+mn-ea"/>
                <a:cs typeface="Times New Roman" panose="02020603050405020304" pitchFamily="18" charset="0"/>
              </a:rPr>
              <a:t>Distributed Computing Models</a:t>
            </a:r>
          </a:p>
        </p:txBody>
      </p:sp>
    </p:spTree>
    <p:extLst>
      <p:ext uri="{BB962C8B-B14F-4D97-AF65-F5344CB8AC3E}">
        <p14:creationId xmlns:p14="http://schemas.microsoft.com/office/powerpoint/2010/main" val="2087703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21D9-7914-4A40-8117-8A10816D9581}"/>
              </a:ext>
            </a:extLst>
          </p:cNvPr>
          <p:cNvSpPr txBox="1">
            <a:spLocks noGrp="1"/>
          </p:cNvSpPr>
          <p:nvPr>
            <p:ph type="title"/>
          </p:nvPr>
        </p:nvSpPr>
        <p:spPr>
          <a:xfrm>
            <a:off x="325343" y="348930"/>
            <a:ext cx="10515600" cy="1325563"/>
          </a:xfrm>
        </p:spPr>
        <p:txBody>
          <a:bodyPr/>
          <a:lstStyle/>
          <a:p>
            <a:pPr lvl="0"/>
            <a:r>
              <a:rPr lang="en-US" b="1" dirty="0"/>
              <a:t>Distributed Computing Models:</a:t>
            </a:r>
          </a:p>
        </p:txBody>
      </p:sp>
      <p:pic>
        <p:nvPicPr>
          <p:cNvPr id="3" name="Picture 3">
            <a:extLst>
              <a:ext uri="{FF2B5EF4-FFF2-40B4-BE49-F238E27FC236}">
                <a16:creationId xmlns:a16="http://schemas.microsoft.com/office/drawing/2014/main" id="{4436498C-164B-484C-829D-4DB2E7C990B9}"/>
              </a:ext>
            </a:extLst>
          </p:cNvPr>
          <p:cNvPicPr>
            <a:picLocks noChangeAspect="1"/>
          </p:cNvPicPr>
          <p:nvPr/>
        </p:nvPicPr>
        <p:blipFill>
          <a:blip r:embed="rId2"/>
          <a:stretch>
            <a:fillRect/>
          </a:stretch>
        </p:blipFill>
        <p:spPr>
          <a:xfrm>
            <a:off x="2172930" y="1976285"/>
            <a:ext cx="6882580" cy="2819552"/>
          </a:xfrm>
          <a:prstGeom prst="rect">
            <a:avLst/>
          </a:prstGeom>
          <a:noFill/>
          <a:ln cap="flat">
            <a:noFill/>
          </a:ln>
        </p:spPr>
      </p:pic>
      <p:sp>
        <p:nvSpPr>
          <p:cNvPr id="4" name="TextBox 5">
            <a:extLst>
              <a:ext uri="{FF2B5EF4-FFF2-40B4-BE49-F238E27FC236}">
                <a16:creationId xmlns:a16="http://schemas.microsoft.com/office/drawing/2014/main" id="{814AE975-247B-407F-BF79-A1B3D9CCB18C}"/>
              </a:ext>
            </a:extLst>
          </p:cNvPr>
          <p:cNvSpPr txBox="1"/>
          <p:nvPr/>
        </p:nvSpPr>
        <p:spPr>
          <a:xfrm>
            <a:off x="325343" y="5117942"/>
            <a:ext cx="10870094" cy="1323439"/>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b="1" i="0" u="none" strike="noStrike" kern="1200" cap="none" spc="0" baseline="0" dirty="0">
                <a:solidFill>
                  <a:srgbClr val="000000"/>
                </a:solidFill>
                <a:uFillTx/>
                <a:latin typeface="Arial" panose="020B0604020202020204" pitchFamily="34" charset="0"/>
                <a:cs typeface="Arial" panose="020B0604020202020204" pitchFamily="34" charset="0"/>
              </a:rPr>
              <a:t>If both components are equivalent, they are both able to initiate and respond to messages, then we have a peer-to-peer system. Note that this is a logical classification: one peer may be a 16,000-core supercomputer, the other might be a mobile phone. But if both can act similarly, then they are peers.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3">
            <a:extLst>
              <a:ext uri="{FF2B5EF4-FFF2-40B4-BE49-F238E27FC236}">
                <a16:creationId xmlns:a16="http://schemas.microsoft.com/office/drawing/2014/main" id="{E844F942-5CDB-44AB-9DC7-5EB7CA7D26ED}"/>
              </a:ext>
            </a:extLst>
          </p:cNvPr>
          <p:cNvPicPr>
            <a:picLocks noChangeAspect="1"/>
          </p:cNvPicPr>
          <p:nvPr/>
        </p:nvPicPr>
        <p:blipFill>
          <a:blip r:embed="rId2"/>
          <a:stretch>
            <a:fillRect/>
          </a:stretch>
        </p:blipFill>
        <p:spPr>
          <a:xfrm>
            <a:off x="729279" y="263219"/>
            <a:ext cx="7791446" cy="5981703"/>
          </a:xfrm>
          <a:prstGeom prst="rect">
            <a:avLst/>
          </a:prstGeom>
          <a:noFill/>
          <a:ln cap="flat">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B9207-0502-4970-9B24-1D1B41474A87}"/>
              </a:ext>
            </a:extLst>
          </p:cNvPr>
          <p:cNvSpPr txBox="1">
            <a:spLocks noGrp="1"/>
          </p:cNvSpPr>
          <p:nvPr>
            <p:ph type="title"/>
          </p:nvPr>
        </p:nvSpPr>
        <p:spPr>
          <a:xfrm>
            <a:off x="49161" y="0"/>
            <a:ext cx="10515600" cy="1325559"/>
          </a:xfrm>
        </p:spPr>
        <p:txBody>
          <a:bodyPr>
            <a:normAutofit/>
          </a:bodyPr>
          <a:lstStyle/>
          <a:p>
            <a:pPr lvl="0"/>
            <a:r>
              <a:rPr lang="en-US" b="1" dirty="0">
                <a:solidFill>
                  <a:schemeClr val="tx1"/>
                </a:solidFill>
                <a:latin typeface="+mj-lt"/>
                <a:ea typeface="+mj-ea"/>
                <a:cs typeface="+mj-cs"/>
              </a:rPr>
              <a:t>Server Distribution:</a:t>
            </a:r>
          </a:p>
        </p:txBody>
      </p:sp>
      <p:pic>
        <p:nvPicPr>
          <p:cNvPr id="3" name="Picture 3">
            <a:extLst>
              <a:ext uri="{FF2B5EF4-FFF2-40B4-BE49-F238E27FC236}">
                <a16:creationId xmlns:a16="http://schemas.microsoft.com/office/drawing/2014/main" id="{A78AF23C-E1E0-4540-B2FB-D9F4BB41C73E}"/>
              </a:ext>
            </a:extLst>
          </p:cNvPr>
          <p:cNvPicPr>
            <a:picLocks noChangeAspect="1"/>
          </p:cNvPicPr>
          <p:nvPr/>
        </p:nvPicPr>
        <p:blipFill>
          <a:blip r:embed="rId2"/>
          <a:stretch>
            <a:fillRect/>
          </a:stretch>
        </p:blipFill>
        <p:spPr>
          <a:xfrm>
            <a:off x="1307690" y="1391405"/>
            <a:ext cx="9478297" cy="4940429"/>
          </a:xfrm>
          <a:prstGeom prst="rect">
            <a:avLst/>
          </a:prstGeom>
          <a:noFill/>
          <a:ln cap="flat">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a:extLst>
              <a:ext uri="{FF2B5EF4-FFF2-40B4-BE49-F238E27FC236}">
                <a16:creationId xmlns:a16="http://schemas.microsoft.com/office/drawing/2014/main" id="{C6B72134-43E6-4F2C-B422-074182B10771}"/>
              </a:ext>
            </a:extLst>
          </p:cNvPr>
          <p:cNvPicPr>
            <a:picLocks noChangeAspect="1"/>
          </p:cNvPicPr>
          <p:nvPr/>
        </p:nvPicPr>
        <p:blipFill>
          <a:blip r:embed="rId2"/>
          <a:stretch>
            <a:fillRect/>
          </a:stretch>
        </p:blipFill>
        <p:spPr>
          <a:xfrm>
            <a:off x="0" y="0"/>
            <a:ext cx="12191999" cy="6858000"/>
          </a:xfrm>
          <a:prstGeom prst="rect">
            <a:avLst/>
          </a:prstGeom>
          <a:noFill/>
          <a:ln cap="flat">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DEB5B-FD11-49A2-9EFF-1047F85F35A4}"/>
              </a:ext>
            </a:extLst>
          </p:cNvPr>
          <p:cNvSpPr txBox="1">
            <a:spLocks noGrp="1"/>
          </p:cNvSpPr>
          <p:nvPr>
            <p:ph type="title"/>
          </p:nvPr>
        </p:nvSpPr>
        <p:spPr>
          <a:xfrm>
            <a:off x="334297" y="325800"/>
            <a:ext cx="10515600" cy="1325559"/>
          </a:xfrm>
        </p:spPr>
        <p:txBody>
          <a:bodyPr/>
          <a:lstStyle/>
          <a:p>
            <a:pPr lvl="0"/>
            <a:r>
              <a:rPr lang="en-US" dirty="0"/>
              <a:t>MapReduce Processing</a:t>
            </a:r>
          </a:p>
        </p:txBody>
      </p:sp>
      <p:pic>
        <p:nvPicPr>
          <p:cNvPr id="3" name="Content Placeholder 6" descr="A close up of a map&#10;&#10;Description automatically generated">
            <a:extLst>
              <a:ext uri="{FF2B5EF4-FFF2-40B4-BE49-F238E27FC236}">
                <a16:creationId xmlns:a16="http://schemas.microsoft.com/office/drawing/2014/main" id="{29958617-C11D-4AC8-BB1A-622619EB8D43}"/>
              </a:ext>
            </a:extLst>
          </p:cNvPr>
          <p:cNvPicPr>
            <a:picLocks noGrp="1" noChangeAspect="1"/>
          </p:cNvPicPr>
          <p:nvPr>
            <p:ph idx="1"/>
          </p:nvPr>
        </p:nvPicPr>
        <p:blipFill>
          <a:blip r:embed="rId2"/>
          <a:stretch>
            <a:fillRect/>
          </a:stretch>
        </p:blipFill>
        <p:spPr>
          <a:xfrm>
            <a:off x="334297" y="2204865"/>
            <a:ext cx="11019506" cy="3989458"/>
          </a:xfr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1A3DF-A96B-EABF-6CCD-D59B374E9B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D60F3A-BA77-BBD3-9F8C-341601E71FB0}"/>
              </a:ext>
            </a:extLst>
          </p:cNvPr>
          <p:cNvSpPr>
            <a:spLocks noGrp="1"/>
          </p:cNvSpPr>
          <p:nvPr>
            <p:ph type="title"/>
          </p:nvPr>
        </p:nvSpPr>
        <p:spPr>
          <a:xfrm>
            <a:off x="71284" y="0"/>
            <a:ext cx="10515600" cy="1325563"/>
          </a:xfrm>
        </p:spPr>
        <p:txBody>
          <a:bodyPr/>
          <a:lstStyle/>
          <a:p>
            <a:r>
              <a:rPr lang="en-US" b="1" dirty="0">
                <a:latin typeface="Times New Roman" panose="02020603050405020304" pitchFamily="18" charset="0"/>
                <a:cs typeface="Times New Roman" panose="02020603050405020304" pitchFamily="18" charset="0"/>
              </a:rPr>
              <a:t>System Workflow:</a:t>
            </a:r>
          </a:p>
        </p:txBody>
      </p:sp>
      <p:pic>
        <p:nvPicPr>
          <p:cNvPr id="6" name="Graphic 5" descr="Man with facial hair">
            <a:extLst>
              <a:ext uri="{FF2B5EF4-FFF2-40B4-BE49-F238E27FC236}">
                <a16:creationId xmlns:a16="http://schemas.microsoft.com/office/drawing/2014/main" id="{2C0E3D50-F311-4641-841E-15761A2F82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8348" y="4041060"/>
            <a:ext cx="1188167" cy="1610052"/>
          </a:xfrm>
          <a:prstGeom prst="rect">
            <a:avLst/>
          </a:prstGeom>
        </p:spPr>
      </p:pic>
      <p:grpSp>
        <p:nvGrpSpPr>
          <p:cNvPr id="30" name="Group 29">
            <a:extLst>
              <a:ext uri="{FF2B5EF4-FFF2-40B4-BE49-F238E27FC236}">
                <a16:creationId xmlns:a16="http://schemas.microsoft.com/office/drawing/2014/main" id="{76D2EAF5-7FEE-BFED-F47F-A6CA24566526}"/>
              </a:ext>
            </a:extLst>
          </p:cNvPr>
          <p:cNvGrpSpPr/>
          <p:nvPr/>
        </p:nvGrpSpPr>
        <p:grpSpPr>
          <a:xfrm>
            <a:off x="5048864" y="3819771"/>
            <a:ext cx="1995948" cy="2185402"/>
            <a:chOff x="4100052" y="1111047"/>
            <a:chExt cx="1995948" cy="2185402"/>
          </a:xfrm>
        </p:grpSpPr>
        <p:grpSp>
          <p:nvGrpSpPr>
            <p:cNvPr id="18" name="Group 17">
              <a:extLst>
                <a:ext uri="{FF2B5EF4-FFF2-40B4-BE49-F238E27FC236}">
                  <a16:creationId xmlns:a16="http://schemas.microsoft.com/office/drawing/2014/main" id="{EF2432E8-78D9-2D03-142E-A4E6486A4ABD}"/>
                </a:ext>
              </a:extLst>
            </p:cNvPr>
            <p:cNvGrpSpPr/>
            <p:nvPr/>
          </p:nvGrpSpPr>
          <p:grpSpPr>
            <a:xfrm>
              <a:off x="4100052" y="1111047"/>
              <a:ext cx="1830033" cy="1738468"/>
              <a:chOff x="4010328" y="2386164"/>
              <a:chExt cx="2085672" cy="2085672"/>
            </a:xfrm>
          </p:grpSpPr>
          <p:pic>
            <p:nvPicPr>
              <p:cNvPr id="15" name="Graphic 14" descr="Cmd Terminal with solid fill">
                <a:extLst>
                  <a:ext uri="{FF2B5EF4-FFF2-40B4-BE49-F238E27FC236}">
                    <a16:creationId xmlns:a16="http://schemas.microsoft.com/office/drawing/2014/main" id="{67DD556B-2AD8-6F8F-5DA5-1389C36620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9029" y="3038168"/>
                <a:ext cx="813967" cy="531608"/>
              </a:xfrm>
              <a:prstGeom prst="rect">
                <a:avLst/>
              </a:prstGeom>
            </p:spPr>
          </p:pic>
          <p:pic>
            <p:nvPicPr>
              <p:cNvPr id="17" name="Graphic 16" descr="Computer with solid fill">
                <a:extLst>
                  <a:ext uri="{FF2B5EF4-FFF2-40B4-BE49-F238E27FC236}">
                    <a16:creationId xmlns:a16="http://schemas.microsoft.com/office/drawing/2014/main" id="{D5060A21-90FB-0112-EA9F-0E66F40BC81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10328" y="2386164"/>
                <a:ext cx="2085672" cy="2085672"/>
              </a:xfrm>
              <a:prstGeom prst="rect">
                <a:avLst/>
              </a:prstGeom>
            </p:spPr>
          </p:pic>
        </p:grpSp>
        <p:sp>
          <p:nvSpPr>
            <p:cNvPr id="19" name="TextBox 18">
              <a:extLst>
                <a:ext uri="{FF2B5EF4-FFF2-40B4-BE49-F238E27FC236}">
                  <a16:creationId xmlns:a16="http://schemas.microsoft.com/office/drawing/2014/main" id="{29C61953-2B5B-6481-4890-0C9AA6957D3F}"/>
                </a:ext>
              </a:extLst>
            </p:cNvPr>
            <p:cNvSpPr txBox="1"/>
            <p:nvPr/>
          </p:nvSpPr>
          <p:spPr>
            <a:xfrm>
              <a:off x="4100052" y="2650118"/>
              <a:ext cx="1995948" cy="646331"/>
            </a:xfrm>
            <a:prstGeom prst="rect">
              <a:avLst/>
            </a:prstGeom>
            <a:noFill/>
          </p:spPr>
          <p:txBody>
            <a:bodyPr wrap="square" rtlCol="0">
              <a:spAutoFit/>
            </a:bodyPr>
            <a:lstStyle/>
            <a:p>
              <a:pPr algn="ctr"/>
              <a:r>
                <a:rPr lang="en-US" b="1" dirty="0">
                  <a:solidFill>
                    <a:srgbClr val="FF0000"/>
                  </a:solidFill>
                  <a:latin typeface="Arial" panose="020B0604020202020204" pitchFamily="34" charset="0"/>
                  <a:cs typeface="Arial" panose="020B0604020202020204" pitchFamily="34" charset="0"/>
                </a:rPr>
                <a:t>A system with a friendly UI</a:t>
              </a:r>
            </a:p>
          </p:txBody>
        </p:sp>
      </p:grpSp>
      <p:grpSp>
        <p:nvGrpSpPr>
          <p:cNvPr id="34" name="Group 33">
            <a:extLst>
              <a:ext uri="{FF2B5EF4-FFF2-40B4-BE49-F238E27FC236}">
                <a16:creationId xmlns:a16="http://schemas.microsoft.com/office/drawing/2014/main" id="{BC8869E4-FB66-E920-A8DE-BC173F2FBAFB}"/>
              </a:ext>
            </a:extLst>
          </p:cNvPr>
          <p:cNvGrpSpPr/>
          <p:nvPr/>
        </p:nvGrpSpPr>
        <p:grpSpPr>
          <a:xfrm>
            <a:off x="1683156" y="4251174"/>
            <a:ext cx="3045542" cy="369332"/>
            <a:chOff x="1605116" y="1310370"/>
            <a:chExt cx="3045542" cy="369332"/>
          </a:xfrm>
        </p:grpSpPr>
        <p:cxnSp>
          <p:nvCxnSpPr>
            <p:cNvPr id="29" name="Straight Arrow Connector 28">
              <a:extLst>
                <a:ext uri="{FF2B5EF4-FFF2-40B4-BE49-F238E27FC236}">
                  <a16:creationId xmlns:a16="http://schemas.microsoft.com/office/drawing/2014/main" id="{4D54136E-6341-09CD-A254-BD80B1A2E6F9}"/>
                </a:ext>
              </a:extLst>
            </p:cNvPr>
            <p:cNvCxnSpPr>
              <a:cxnSpLocks/>
            </p:cNvCxnSpPr>
            <p:nvPr/>
          </p:nvCxnSpPr>
          <p:spPr>
            <a:xfrm>
              <a:off x="1605116" y="1664509"/>
              <a:ext cx="30455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EC58BEBD-254E-3FD1-C81E-C3BD353A4274}"/>
                </a:ext>
              </a:extLst>
            </p:cNvPr>
            <p:cNvSpPr txBox="1"/>
            <p:nvPr/>
          </p:nvSpPr>
          <p:spPr>
            <a:xfrm>
              <a:off x="1688074" y="1310370"/>
              <a:ext cx="2713008"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2- Source of the data</a:t>
              </a:r>
            </a:p>
          </p:txBody>
        </p:sp>
      </p:grpSp>
      <p:grpSp>
        <p:nvGrpSpPr>
          <p:cNvPr id="46" name="Group 45">
            <a:extLst>
              <a:ext uri="{FF2B5EF4-FFF2-40B4-BE49-F238E27FC236}">
                <a16:creationId xmlns:a16="http://schemas.microsoft.com/office/drawing/2014/main" id="{26858A68-7CAD-B9F7-0B33-B2B5BD18DD04}"/>
              </a:ext>
            </a:extLst>
          </p:cNvPr>
          <p:cNvGrpSpPr/>
          <p:nvPr/>
        </p:nvGrpSpPr>
        <p:grpSpPr>
          <a:xfrm>
            <a:off x="1683156" y="4826869"/>
            <a:ext cx="3045542" cy="369332"/>
            <a:chOff x="1605116" y="1310370"/>
            <a:chExt cx="3045542" cy="369332"/>
          </a:xfrm>
        </p:grpSpPr>
        <p:cxnSp>
          <p:nvCxnSpPr>
            <p:cNvPr id="47" name="Straight Arrow Connector 46">
              <a:extLst>
                <a:ext uri="{FF2B5EF4-FFF2-40B4-BE49-F238E27FC236}">
                  <a16:creationId xmlns:a16="http://schemas.microsoft.com/office/drawing/2014/main" id="{0D1816D6-A0B7-0D2A-063F-AC3F13D0C722}"/>
                </a:ext>
              </a:extLst>
            </p:cNvPr>
            <p:cNvCxnSpPr>
              <a:cxnSpLocks/>
            </p:cNvCxnSpPr>
            <p:nvPr/>
          </p:nvCxnSpPr>
          <p:spPr>
            <a:xfrm>
              <a:off x="1605116" y="1664509"/>
              <a:ext cx="30455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7CA39667-4369-8107-0DE1-F00B4E0CCBAF}"/>
                </a:ext>
              </a:extLst>
            </p:cNvPr>
            <p:cNvSpPr txBox="1"/>
            <p:nvPr/>
          </p:nvSpPr>
          <p:spPr>
            <a:xfrm>
              <a:off x="1688074" y="1310370"/>
              <a:ext cx="2713008"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3- The task</a:t>
              </a:r>
            </a:p>
          </p:txBody>
        </p:sp>
      </p:grpSp>
      <p:grpSp>
        <p:nvGrpSpPr>
          <p:cNvPr id="49" name="Group 48">
            <a:extLst>
              <a:ext uri="{FF2B5EF4-FFF2-40B4-BE49-F238E27FC236}">
                <a16:creationId xmlns:a16="http://schemas.microsoft.com/office/drawing/2014/main" id="{B208C2F3-1689-258F-F17F-B826D9BBC136}"/>
              </a:ext>
            </a:extLst>
          </p:cNvPr>
          <p:cNvGrpSpPr/>
          <p:nvPr/>
        </p:nvGrpSpPr>
        <p:grpSpPr>
          <a:xfrm>
            <a:off x="1683156" y="5417193"/>
            <a:ext cx="3045542" cy="369332"/>
            <a:chOff x="1605116" y="1310370"/>
            <a:chExt cx="3045542" cy="369332"/>
          </a:xfrm>
        </p:grpSpPr>
        <p:cxnSp>
          <p:nvCxnSpPr>
            <p:cNvPr id="50" name="Straight Arrow Connector 49">
              <a:extLst>
                <a:ext uri="{FF2B5EF4-FFF2-40B4-BE49-F238E27FC236}">
                  <a16:creationId xmlns:a16="http://schemas.microsoft.com/office/drawing/2014/main" id="{86A72DE1-C8D3-F18A-F6EC-7567E41DB93A}"/>
                </a:ext>
              </a:extLst>
            </p:cNvPr>
            <p:cNvCxnSpPr>
              <a:cxnSpLocks/>
            </p:cNvCxnSpPr>
            <p:nvPr/>
          </p:nvCxnSpPr>
          <p:spPr>
            <a:xfrm>
              <a:off x="1605116" y="1664509"/>
              <a:ext cx="30455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BF593EBA-570C-1B7C-33B2-2921C5098F42}"/>
                </a:ext>
              </a:extLst>
            </p:cNvPr>
            <p:cNvSpPr txBox="1"/>
            <p:nvPr/>
          </p:nvSpPr>
          <p:spPr>
            <a:xfrm>
              <a:off x="1688074" y="1310370"/>
              <a:ext cx="2713008"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4- The command to run</a:t>
              </a:r>
            </a:p>
          </p:txBody>
        </p:sp>
      </p:grpSp>
      <p:grpSp>
        <p:nvGrpSpPr>
          <p:cNvPr id="52" name="Group 51">
            <a:extLst>
              <a:ext uri="{FF2B5EF4-FFF2-40B4-BE49-F238E27FC236}">
                <a16:creationId xmlns:a16="http://schemas.microsoft.com/office/drawing/2014/main" id="{A5DE3F75-17D3-97D4-A808-A8B53FCCF354}"/>
              </a:ext>
            </a:extLst>
          </p:cNvPr>
          <p:cNvGrpSpPr/>
          <p:nvPr/>
        </p:nvGrpSpPr>
        <p:grpSpPr>
          <a:xfrm>
            <a:off x="1683156" y="3671728"/>
            <a:ext cx="3045542" cy="369332"/>
            <a:chOff x="1605116" y="1310370"/>
            <a:chExt cx="3045542" cy="369332"/>
          </a:xfrm>
        </p:grpSpPr>
        <p:cxnSp>
          <p:nvCxnSpPr>
            <p:cNvPr id="53" name="Straight Arrow Connector 52">
              <a:extLst>
                <a:ext uri="{FF2B5EF4-FFF2-40B4-BE49-F238E27FC236}">
                  <a16:creationId xmlns:a16="http://schemas.microsoft.com/office/drawing/2014/main" id="{5C58DDEA-EEC7-339C-B9AE-E2AC0F85193A}"/>
                </a:ext>
              </a:extLst>
            </p:cNvPr>
            <p:cNvCxnSpPr>
              <a:cxnSpLocks/>
            </p:cNvCxnSpPr>
            <p:nvPr/>
          </p:nvCxnSpPr>
          <p:spPr>
            <a:xfrm>
              <a:off x="1605116" y="1664509"/>
              <a:ext cx="304554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FD9AA24A-2E76-B2EA-9706-3BD9C73148C0}"/>
                </a:ext>
              </a:extLst>
            </p:cNvPr>
            <p:cNvSpPr txBox="1"/>
            <p:nvPr/>
          </p:nvSpPr>
          <p:spPr>
            <a:xfrm>
              <a:off x="1688074" y="1310370"/>
              <a:ext cx="2713008" cy="369332"/>
            </a:xfrm>
            <a:prstGeom prst="rect">
              <a:avLst/>
            </a:prstGeom>
            <a:noFill/>
          </p:spPr>
          <p:txBody>
            <a:bodyPr wrap="square" rtlCol="0">
              <a:spAutoFit/>
            </a:bodyPr>
            <a:lstStyle/>
            <a:p>
              <a:r>
                <a:rPr lang="en-US" b="1" dirty="0">
                  <a:latin typeface="Arial" panose="020B0604020202020204" pitchFamily="34" charset="0"/>
                  <a:cs typeface="Arial" panose="020B0604020202020204" pitchFamily="34" charset="0"/>
                </a:rPr>
                <a:t>1- SIMD or SDMI</a:t>
              </a:r>
            </a:p>
          </p:txBody>
        </p:sp>
      </p:grpSp>
      <p:cxnSp>
        <p:nvCxnSpPr>
          <p:cNvPr id="60" name="Straight Arrow Connector 59">
            <a:extLst>
              <a:ext uri="{FF2B5EF4-FFF2-40B4-BE49-F238E27FC236}">
                <a16:creationId xmlns:a16="http://schemas.microsoft.com/office/drawing/2014/main" id="{D24D7DB8-86D6-D702-10CF-0793245C3462}"/>
              </a:ext>
            </a:extLst>
          </p:cNvPr>
          <p:cNvCxnSpPr>
            <a:cxnSpLocks/>
          </p:cNvCxnSpPr>
          <p:nvPr/>
        </p:nvCxnSpPr>
        <p:spPr>
          <a:xfrm flipV="1">
            <a:off x="6878897" y="3525028"/>
            <a:ext cx="1154058" cy="11639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1" name="Straight Arrow Connector 80">
            <a:extLst>
              <a:ext uri="{FF2B5EF4-FFF2-40B4-BE49-F238E27FC236}">
                <a16:creationId xmlns:a16="http://schemas.microsoft.com/office/drawing/2014/main" id="{5D7E8553-3520-618E-8EB7-EE48CDF0138D}"/>
              </a:ext>
            </a:extLst>
          </p:cNvPr>
          <p:cNvCxnSpPr>
            <a:stCxn id="64" idx="2"/>
          </p:cNvCxnSpPr>
          <p:nvPr/>
        </p:nvCxnSpPr>
        <p:spPr>
          <a:xfrm>
            <a:off x="8466190" y="3525028"/>
            <a:ext cx="569655" cy="9486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32FF8B6C-A184-54DA-42C8-E837AC2B1FD0}"/>
              </a:ext>
            </a:extLst>
          </p:cNvPr>
          <p:cNvCxnSpPr>
            <a:stCxn id="64" idx="2"/>
          </p:cNvCxnSpPr>
          <p:nvPr/>
        </p:nvCxnSpPr>
        <p:spPr>
          <a:xfrm>
            <a:off x="8466190" y="3525028"/>
            <a:ext cx="943281" cy="7790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7" name="Straight Arrow Connector 86">
            <a:extLst>
              <a:ext uri="{FF2B5EF4-FFF2-40B4-BE49-F238E27FC236}">
                <a16:creationId xmlns:a16="http://schemas.microsoft.com/office/drawing/2014/main" id="{FD2084A2-D89D-9049-18BF-D065AD47101F}"/>
              </a:ext>
            </a:extLst>
          </p:cNvPr>
          <p:cNvCxnSpPr>
            <a:stCxn id="64" idx="2"/>
          </p:cNvCxnSpPr>
          <p:nvPr/>
        </p:nvCxnSpPr>
        <p:spPr>
          <a:xfrm>
            <a:off x="8466190" y="3525028"/>
            <a:ext cx="205861" cy="10597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01BFDEF4-6C62-A70B-4966-689717AC399C}"/>
              </a:ext>
            </a:extLst>
          </p:cNvPr>
          <p:cNvCxnSpPr>
            <a:stCxn id="64" idx="2"/>
          </p:cNvCxnSpPr>
          <p:nvPr/>
        </p:nvCxnSpPr>
        <p:spPr>
          <a:xfrm>
            <a:off x="8466190" y="3525028"/>
            <a:ext cx="1267745" cy="7261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6B54426-A3FD-C747-16D8-F9654F947DC3}"/>
              </a:ext>
            </a:extLst>
          </p:cNvPr>
          <p:cNvCxnSpPr>
            <a:stCxn id="64" idx="2"/>
          </p:cNvCxnSpPr>
          <p:nvPr/>
        </p:nvCxnSpPr>
        <p:spPr>
          <a:xfrm>
            <a:off x="8466190" y="3525028"/>
            <a:ext cx="0" cy="12813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248946A-4D7F-EF98-952B-8E9A5A32B220}"/>
              </a:ext>
            </a:extLst>
          </p:cNvPr>
          <p:cNvCxnSpPr>
            <a:stCxn id="64" idx="2"/>
          </p:cNvCxnSpPr>
          <p:nvPr/>
        </p:nvCxnSpPr>
        <p:spPr>
          <a:xfrm>
            <a:off x="8466190" y="3525028"/>
            <a:ext cx="1523384" cy="5298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99" name="Group 98">
            <a:extLst>
              <a:ext uri="{FF2B5EF4-FFF2-40B4-BE49-F238E27FC236}">
                <a16:creationId xmlns:a16="http://schemas.microsoft.com/office/drawing/2014/main" id="{315093F9-D108-381B-2913-279F09FA73F7}"/>
              </a:ext>
            </a:extLst>
          </p:cNvPr>
          <p:cNvGrpSpPr/>
          <p:nvPr/>
        </p:nvGrpSpPr>
        <p:grpSpPr>
          <a:xfrm>
            <a:off x="5369645" y="1055763"/>
            <a:ext cx="6193090" cy="2499610"/>
            <a:chOff x="5359813" y="180692"/>
            <a:chExt cx="6193090" cy="2499610"/>
          </a:xfrm>
        </p:grpSpPr>
        <p:pic>
          <p:nvPicPr>
            <p:cNvPr id="61" name="Graphic 60" descr="Computer with solid fill">
              <a:extLst>
                <a:ext uri="{FF2B5EF4-FFF2-40B4-BE49-F238E27FC236}">
                  <a16:creationId xmlns:a16="http://schemas.microsoft.com/office/drawing/2014/main" id="{43FD389F-C630-F02F-0AEB-96703DE96C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46558" y="943648"/>
              <a:ext cx="914400" cy="914400"/>
            </a:xfrm>
            <a:prstGeom prst="rect">
              <a:avLst/>
            </a:prstGeom>
          </p:spPr>
        </p:pic>
        <p:sp>
          <p:nvSpPr>
            <p:cNvPr id="64" name="Rectangle 63">
              <a:extLst>
                <a:ext uri="{FF2B5EF4-FFF2-40B4-BE49-F238E27FC236}">
                  <a16:creationId xmlns:a16="http://schemas.microsoft.com/office/drawing/2014/main" id="{5201CA09-EF3E-566D-02CE-006F4D8F557C}"/>
                </a:ext>
              </a:extLst>
            </p:cNvPr>
            <p:cNvSpPr/>
            <p:nvPr/>
          </p:nvSpPr>
          <p:spPr>
            <a:xfrm>
              <a:off x="5359813" y="245806"/>
              <a:ext cx="6193090" cy="24041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5" name="Graphic 64" descr="Computer with solid fill">
              <a:extLst>
                <a:ext uri="{FF2B5EF4-FFF2-40B4-BE49-F238E27FC236}">
                  <a16:creationId xmlns:a16="http://schemas.microsoft.com/office/drawing/2014/main" id="{D79CEAFF-20D4-F7F4-1D4D-4AE79D2A758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15500" y="1735766"/>
              <a:ext cx="914400" cy="914400"/>
            </a:xfrm>
            <a:prstGeom prst="rect">
              <a:avLst/>
            </a:prstGeom>
          </p:spPr>
        </p:pic>
        <p:pic>
          <p:nvPicPr>
            <p:cNvPr id="66" name="Graphic 65" descr="Computer with solid fill">
              <a:extLst>
                <a:ext uri="{FF2B5EF4-FFF2-40B4-BE49-F238E27FC236}">
                  <a16:creationId xmlns:a16="http://schemas.microsoft.com/office/drawing/2014/main" id="{2A697392-9782-F162-1C92-95F66055E1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31625" y="1687459"/>
              <a:ext cx="914400" cy="914400"/>
            </a:xfrm>
            <a:prstGeom prst="rect">
              <a:avLst/>
            </a:prstGeom>
          </p:spPr>
        </p:pic>
        <p:pic>
          <p:nvPicPr>
            <p:cNvPr id="67" name="Graphic 66" descr="Computer with solid fill">
              <a:extLst>
                <a:ext uri="{FF2B5EF4-FFF2-40B4-BE49-F238E27FC236}">
                  <a16:creationId xmlns:a16="http://schemas.microsoft.com/office/drawing/2014/main" id="{0B82A44F-D923-04DB-7130-B105B82FB3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01568" y="877361"/>
              <a:ext cx="914400" cy="914400"/>
            </a:xfrm>
            <a:prstGeom prst="rect">
              <a:avLst/>
            </a:prstGeom>
          </p:spPr>
        </p:pic>
        <p:pic>
          <p:nvPicPr>
            <p:cNvPr id="68" name="Graphic 67" descr="Computer with solid fill">
              <a:extLst>
                <a:ext uri="{FF2B5EF4-FFF2-40B4-BE49-F238E27FC236}">
                  <a16:creationId xmlns:a16="http://schemas.microsoft.com/office/drawing/2014/main" id="{CE41155E-3E05-7C25-FBDF-67B4033907C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745180" y="874176"/>
              <a:ext cx="914400" cy="914400"/>
            </a:xfrm>
            <a:prstGeom prst="rect">
              <a:avLst/>
            </a:prstGeom>
          </p:spPr>
        </p:pic>
        <p:pic>
          <p:nvPicPr>
            <p:cNvPr id="70" name="Graphic 69" descr="Computer with solid fill">
              <a:extLst>
                <a:ext uri="{FF2B5EF4-FFF2-40B4-BE49-F238E27FC236}">
                  <a16:creationId xmlns:a16="http://schemas.microsoft.com/office/drawing/2014/main" id="{18AA1F90-03FA-9844-4631-59729C6941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114015" y="968480"/>
              <a:ext cx="914400" cy="914400"/>
            </a:xfrm>
            <a:prstGeom prst="rect">
              <a:avLst/>
            </a:prstGeom>
          </p:spPr>
        </p:pic>
        <p:pic>
          <p:nvPicPr>
            <p:cNvPr id="71" name="Graphic 70" descr="Computer with solid fill">
              <a:extLst>
                <a:ext uri="{FF2B5EF4-FFF2-40B4-BE49-F238E27FC236}">
                  <a16:creationId xmlns:a16="http://schemas.microsoft.com/office/drawing/2014/main" id="{1D9F9125-5B27-4AC5-A971-7F90EE70191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02816" y="279991"/>
              <a:ext cx="914400" cy="914400"/>
            </a:xfrm>
            <a:prstGeom prst="rect">
              <a:avLst/>
            </a:prstGeom>
          </p:spPr>
        </p:pic>
        <p:pic>
          <p:nvPicPr>
            <p:cNvPr id="75" name="Graphic 74" descr="Computer with solid fill">
              <a:extLst>
                <a:ext uri="{FF2B5EF4-FFF2-40B4-BE49-F238E27FC236}">
                  <a16:creationId xmlns:a16="http://schemas.microsoft.com/office/drawing/2014/main" id="{EBA6BBB8-9797-3532-10EE-5995F753391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80491" y="183877"/>
              <a:ext cx="914400" cy="914400"/>
            </a:xfrm>
            <a:prstGeom prst="rect">
              <a:avLst/>
            </a:prstGeom>
          </p:spPr>
        </p:pic>
        <p:pic>
          <p:nvPicPr>
            <p:cNvPr id="76" name="Graphic 75" descr="Computer with solid fill">
              <a:extLst>
                <a:ext uri="{FF2B5EF4-FFF2-40B4-BE49-F238E27FC236}">
                  <a16:creationId xmlns:a16="http://schemas.microsoft.com/office/drawing/2014/main" id="{6765FA35-DA95-6914-8D11-7065B6681C8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4103" y="180692"/>
              <a:ext cx="914400" cy="914400"/>
            </a:xfrm>
            <a:prstGeom prst="rect">
              <a:avLst/>
            </a:prstGeom>
          </p:spPr>
        </p:pic>
        <p:pic>
          <p:nvPicPr>
            <p:cNvPr id="94" name="Graphic 93" descr="Computer with solid fill">
              <a:extLst>
                <a:ext uri="{FF2B5EF4-FFF2-40B4-BE49-F238E27FC236}">
                  <a16:creationId xmlns:a16="http://schemas.microsoft.com/office/drawing/2014/main" id="{9F3132F6-A9F8-22A7-3D94-07196799DC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97913" y="1765902"/>
              <a:ext cx="914400" cy="914400"/>
            </a:xfrm>
            <a:prstGeom prst="rect">
              <a:avLst/>
            </a:prstGeom>
          </p:spPr>
        </p:pic>
      </p:grpSp>
      <p:grpSp>
        <p:nvGrpSpPr>
          <p:cNvPr id="96" name="Group 95">
            <a:extLst>
              <a:ext uri="{FF2B5EF4-FFF2-40B4-BE49-F238E27FC236}">
                <a16:creationId xmlns:a16="http://schemas.microsoft.com/office/drawing/2014/main" id="{4CA41409-1B5C-CE6A-F2CA-B34995676519}"/>
              </a:ext>
            </a:extLst>
          </p:cNvPr>
          <p:cNvGrpSpPr/>
          <p:nvPr/>
        </p:nvGrpSpPr>
        <p:grpSpPr>
          <a:xfrm>
            <a:off x="9409471" y="4194525"/>
            <a:ext cx="1995948" cy="1858429"/>
            <a:chOff x="9399639" y="3319454"/>
            <a:chExt cx="1995948" cy="1858429"/>
          </a:xfrm>
        </p:grpSpPr>
        <p:pic>
          <p:nvPicPr>
            <p:cNvPr id="69" name="Graphic 68" descr="Computer with solid fill">
              <a:extLst>
                <a:ext uri="{FF2B5EF4-FFF2-40B4-BE49-F238E27FC236}">
                  <a16:creationId xmlns:a16="http://schemas.microsoft.com/office/drawing/2014/main" id="{B6760713-E819-39E2-BC42-98B7D243ACE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99639" y="3319454"/>
              <a:ext cx="1777179" cy="1777179"/>
            </a:xfrm>
            <a:prstGeom prst="rect">
              <a:avLst/>
            </a:prstGeom>
          </p:spPr>
        </p:pic>
        <p:sp>
          <p:nvSpPr>
            <p:cNvPr id="95" name="TextBox 94">
              <a:extLst>
                <a:ext uri="{FF2B5EF4-FFF2-40B4-BE49-F238E27FC236}">
                  <a16:creationId xmlns:a16="http://schemas.microsoft.com/office/drawing/2014/main" id="{6F71ED52-DFBD-989B-DBF6-0D59F99D108B}"/>
                </a:ext>
              </a:extLst>
            </p:cNvPr>
            <p:cNvSpPr txBox="1"/>
            <p:nvPr/>
          </p:nvSpPr>
          <p:spPr>
            <a:xfrm>
              <a:off x="9399639" y="4808551"/>
              <a:ext cx="1995948" cy="369332"/>
            </a:xfrm>
            <a:prstGeom prst="rect">
              <a:avLst/>
            </a:prstGeom>
            <a:noFill/>
          </p:spPr>
          <p:txBody>
            <a:bodyPr wrap="square" rtlCol="0">
              <a:spAutoFit/>
            </a:bodyPr>
            <a:lstStyle/>
            <a:p>
              <a:pPr algn="ctr"/>
              <a:r>
                <a:rPr lang="en-US" b="1" dirty="0">
                  <a:solidFill>
                    <a:srgbClr val="FF0000"/>
                  </a:solidFill>
                  <a:latin typeface="Arial" panose="020B0604020202020204" pitchFamily="34" charset="0"/>
                  <a:cs typeface="Arial" panose="020B0604020202020204" pitchFamily="34" charset="0"/>
                </a:rPr>
                <a:t>Reducer</a:t>
              </a:r>
            </a:p>
          </p:txBody>
        </p:sp>
      </p:grpSp>
      <p:cxnSp>
        <p:nvCxnSpPr>
          <p:cNvPr id="98" name="Straight Arrow Connector 97">
            <a:extLst>
              <a:ext uri="{FF2B5EF4-FFF2-40B4-BE49-F238E27FC236}">
                <a16:creationId xmlns:a16="http://schemas.microsoft.com/office/drawing/2014/main" id="{D009A48C-6F6A-5010-CC87-DA16643B1250}"/>
              </a:ext>
            </a:extLst>
          </p:cNvPr>
          <p:cNvCxnSpPr>
            <a:stCxn id="69" idx="1"/>
          </p:cNvCxnSpPr>
          <p:nvPr/>
        </p:nvCxnSpPr>
        <p:spPr>
          <a:xfrm flipH="1" flipV="1">
            <a:off x="6878897" y="5083114"/>
            <a:ext cx="2530574"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77353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wipe(left)">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6"/>
                                        </p:tgtEl>
                                        <p:attrNameLst>
                                          <p:attrName>style.visibility</p:attrName>
                                        </p:attrNameLst>
                                      </p:cBhvr>
                                      <p:to>
                                        <p:strVal val="visible"/>
                                      </p:to>
                                    </p:set>
                                    <p:animEffect transition="in" filter="wipe(left)">
                                      <p:cBhvr>
                                        <p:cTn id="17" dur="500"/>
                                        <p:tgtEl>
                                          <p:spTgt spid="4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9"/>
                                        </p:tgtEl>
                                        <p:attrNameLst>
                                          <p:attrName>style.visibility</p:attrName>
                                        </p:attrNameLst>
                                      </p:cBhvr>
                                      <p:to>
                                        <p:strVal val="visible"/>
                                      </p:to>
                                    </p:set>
                                    <p:animEffect transition="in" filter="wipe(left)">
                                      <p:cBhvr>
                                        <p:cTn id="22" dur="500"/>
                                        <p:tgtEl>
                                          <p:spTgt spid="4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animEffect transition="in" filter="wipe(down)">
                                      <p:cBhvr>
                                        <p:cTn id="27" dur="500"/>
                                        <p:tgtEl>
                                          <p:spTgt spid="6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1"/>
                                        </p:tgtEl>
                                        <p:attrNameLst>
                                          <p:attrName>style.visibility</p:attrName>
                                        </p:attrNameLst>
                                      </p:cBhvr>
                                      <p:to>
                                        <p:strVal val="visible"/>
                                      </p:to>
                                    </p:set>
                                    <p:animEffect transition="in" filter="wipe(up)">
                                      <p:cBhvr>
                                        <p:cTn id="32" dur="500"/>
                                        <p:tgtEl>
                                          <p:spTgt spid="91"/>
                                        </p:tgtEl>
                                      </p:cBhvr>
                                    </p:animEffect>
                                  </p:childTnLst>
                                </p:cTn>
                              </p:par>
                              <p:par>
                                <p:cTn id="33" presetID="22" presetClass="entr" presetSubtype="1" fill="hold" nodeType="withEffect">
                                  <p:stCondLst>
                                    <p:cond delay="0"/>
                                  </p:stCondLst>
                                  <p:childTnLst>
                                    <p:set>
                                      <p:cBhvr>
                                        <p:cTn id="34" dur="1" fill="hold">
                                          <p:stCondLst>
                                            <p:cond delay="0"/>
                                          </p:stCondLst>
                                        </p:cTn>
                                        <p:tgtEl>
                                          <p:spTgt spid="87"/>
                                        </p:tgtEl>
                                        <p:attrNameLst>
                                          <p:attrName>style.visibility</p:attrName>
                                        </p:attrNameLst>
                                      </p:cBhvr>
                                      <p:to>
                                        <p:strVal val="visible"/>
                                      </p:to>
                                    </p:set>
                                    <p:animEffect transition="in" filter="wipe(up)">
                                      <p:cBhvr>
                                        <p:cTn id="35" dur="500"/>
                                        <p:tgtEl>
                                          <p:spTgt spid="87"/>
                                        </p:tgtEl>
                                      </p:cBhvr>
                                    </p:animEffect>
                                  </p:childTnLst>
                                </p:cTn>
                              </p:par>
                              <p:par>
                                <p:cTn id="36" presetID="22" presetClass="entr" presetSubtype="1" fill="hold" nodeType="withEffect">
                                  <p:stCondLst>
                                    <p:cond delay="0"/>
                                  </p:stCondLst>
                                  <p:childTnLst>
                                    <p:set>
                                      <p:cBhvr>
                                        <p:cTn id="37" dur="1" fill="hold">
                                          <p:stCondLst>
                                            <p:cond delay="0"/>
                                          </p:stCondLst>
                                        </p:cTn>
                                        <p:tgtEl>
                                          <p:spTgt spid="81"/>
                                        </p:tgtEl>
                                        <p:attrNameLst>
                                          <p:attrName>style.visibility</p:attrName>
                                        </p:attrNameLst>
                                      </p:cBhvr>
                                      <p:to>
                                        <p:strVal val="visible"/>
                                      </p:to>
                                    </p:set>
                                    <p:animEffect transition="in" filter="wipe(up)">
                                      <p:cBhvr>
                                        <p:cTn id="38" dur="500"/>
                                        <p:tgtEl>
                                          <p:spTgt spid="81"/>
                                        </p:tgtEl>
                                      </p:cBhvr>
                                    </p:animEffect>
                                  </p:childTnLst>
                                </p:cTn>
                              </p:par>
                              <p:par>
                                <p:cTn id="39" presetID="22" presetClass="entr" presetSubtype="1"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animEffect transition="in" filter="wipe(up)">
                                      <p:cBhvr>
                                        <p:cTn id="41" dur="500"/>
                                        <p:tgtEl>
                                          <p:spTgt spid="84"/>
                                        </p:tgtEl>
                                      </p:cBhvr>
                                    </p:animEffect>
                                  </p:childTnLst>
                                </p:cTn>
                              </p:par>
                              <p:par>
                                <p:cTn id="42" presetID="22" presetClass="entr" presetSubtype="1" fill="hold" nodeType="withEffect">
                                  <p:stCondLst>
                                    <p:cond delay="0"/>
                                  </p:stCondLst>
                                  <p:childTnLst>
                                    <p:set>
                                      <p:cBhvr>
                                        <p:cTn id="43" dur="1" fill="hold">
                                          <p:stCondLst>
                                            <p:cond delay="0"/>
                                          </p:stCondLst>
                                        </p:cTn>
                                        <p:tgtEl>
                                          <p:spTgt spid="89"/>
                                        </p:tgtEl>
                                        <p:attrNameLst>
                                          <p:attrName>style.visibility</p:attrName>
                                        </p:attrNameLst>
                                      </p:cBhvr>
                                      <p:to>
                                        <p:strVal val="visible"/>
                                      </p:to>
                                    </p:set>
                                    <p:animEffect transition="in" filter="wipe(up)">
                                      <p:cBhvr>
                                        <p:cTn id="44" dur="500"/>
                                        <p:tgtEl>
                                          <p:spTgt spid="89"/>
                                        </p:tgtEl>
                                      </p:cBhvr>
                                    </p:animEffect>
                                  </p:childTnLst>
                                </p:cTn>
                              </p:par>
                              <p:par>
                                <p:cTn id="45" presetID="22" presetClass="entr" presetSubtype="1" fill="hold"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wipe(up)">
                                      <p:cBhvr>
                                        <p:cTn id="47" dur="500"/>
                                        <p:tgtEl>
                                          <p:spTgt spid="93"/>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2" fill="hold" nodeType="clickEffect">
                                  <p:stCondLst>
                                    <p:cond delay="0"/>
                                  </p:stCondLst>
                                  <p:childTnLst>
                                    <p:set>
                                      <p:cBhvr>
                                        <p:cTn id="51" dur="1" fill="hold">
                                          <p:stCondLst>
                                            <p:cond delay="0"/>
                                          </p:stCondLst>
                                        </p:cTn>
                                        <p:tgtEl>
                                          <p:spTgt spid="98"/>
                                        </p:tgtEl>
                                        <p:attrNameLst>
                                          <p:attrName>style.visibility</p:attrName>
                                        </p:attrNameLst>
                                      </p:cBhvr>
                                      <p:to>
                                        <p:strVal val="visible"/>
                                      </p:to>
                                    </p:set>
                                    <p:animEffect transition="in" filter="wipe(right)">
                                      <p:cBhvr>
                                        <p:cTn id="52" dur="50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0">
              <a:schemeClr val="accent2">
                <a:lumMod val="50000"/>
              </a:schemeClr>
            </a:gs>
            <a:gs pos="74000">
              <a:schemeClr val="accent2">
                <a:lumMod val="50000"/>
              </a:schemeClr>
            </a:gs>
            <a:gs pos="83000">
              <a:schemeClr val="accent2">
                <a:lumMod val="50000"/>
              </a:schemeClr>
            </a:gs>
            <a:gs pos="100000">
              <a:schemeClr val="accent2">
                <a:lumMod val="50000"/>
              </a:schemeClr>
            </a:gs>
          </a:gsLst>
          <a:lin ang="5400000" scaled="1"/>
        </a:gradFill>
        <a:effectLst/>
      </p:bgPr>
    </p:bg>
    <p:spTree>
      <p:nvGrpSpPr>
        <p:cNvPr id="1" name="">
          <a:extLst>
            <a:ext uri="{FF2B5EF4-FFF2-40B4-BE49-F238E27FC236}">
              <a16:creationId xmlns:a16="http://schemas.microsoft.com/office/drawing/2014/main" id="{4239AF07-FF5A-44ED-4C69-3E3759686EC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69EA4DE-FDD4-E8C9-EDF7-31D0B06CEC0C}"/>
              </a:ext>
            </a:extLst>
          </p:cNvPr>
          <p:cNvSpPr txBox="1"/>
          <p:nvPr/>
        </p:nvSpPr>
        <p:spPr>
          <a:xfrm>
            <a:off x="1381432" y="2521059"/>
            <a:ext cx="9429136" cy="186204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0" b="1" i="1" u="none" strike="noStrike" kern="1200" cap="none" spc="0" normalizeH="0" baseline="0" noProof="0" dirty="0">
                <a:ln>
                  <a:noFill/>
                </a:ln>
                <a:solidFill>
                  <a:prstClr val="white"/>
                </a:solidFill>
                <a:effectLst/>
                <a:uLnTx/>
                <a:uFillTx/>
                <a:latin typeface="Arial" panose="020B0604020202020204" pitchFamily="34" charset="0"/>
                <a:ea typeface="+mn-ea"/>
                <a:cs typeface="Arial" panose="020B0604020202020204" pitchFamily="34" charset="0"/>
              </a:rPr>
              <a:t>THANK YOU</a:t>
            </a:r>
          </a:p>
        </p:txBody>
      </p:sp>
    </p:spTree>
    <p:extLst>
      <p:ext uri="{BB962C8B-B14F-4D97-AF65-F5344CB8AC3E}">
        <p14:creationId xmlns:p14="http://schemas.microsoft.com/office/powerpoint/2010/main" val="22709090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540</TotalTime>
  <Words>1965</Words>
  <Application>Microsoft Office PowerPoint</Application>
  <PresentationFormat>Widescreen</PresentationFormat>
  <Paragraphs>217</Paragraphs>
  <Slides>24</Slides>
  <Notes>2</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24</vt:i4>
      </vt:variant>
    </vt:vector>
  </HeadingPairs>
  <TitlesOfParts>
    <vt:vector size="33" baseType="lpstr">
      <vt:lpstr>Aptos</vt:lpstr>
      <vt:lpstr>Aptos Display</vt:lpstr>
      <vt:lpstr>Arial</vt:lpstr>
      <vt:lpstr>Calibri</vt:lpstr>
      <vt:lpstr>Calibri Light</vt:lpstr>
      <vt:lpstr>Consolas</vt:lpstr>
      <vt:lpstr>Times New Roman</vt:lpstr>
      <vt:lpstr>Office Theme</vt:lpstr>
      <vt:lpstr>1_Office Theme</vt:lpstr>
      <vt:lpstr>PowerPoint Presentation</vt:lpstr>
      <vt:lpstr>Goroutine is not function nor procedure</vt:lpstr>
      <vt:lpstr>Channel</vt:lpstr>
      <vt:lpstr>PowerPoint Presentation</vt:lpstr>
      <vt:lpstr>PowerPoint Presentation</vt:lpstr>
      <vt:lpstr>Can we call processA from HTTP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Distributed Computing Models:</vt:lpstr>
      <vt:lpstr>PowerPoint Presentation</vt:lpstr>
      <vt:lpstr>Server Distribution:</vt:lpstr>
      <vt:lpstr>PowerPoint Presentation</vt:lpstr>
      <vt:lpstr>MapReduce Processing</vt:lpstr>
      <vt:lpstr>System Workflow:</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alHasan 20367648</dc:creator>
  <cp:lastModifiedBy>alHasan 20367648</cp:lastModifiedBy>
  <cp:revision>309</cp:revision>
  <dcterms:created xsi:type="dcterms:W3CDTF">2026-01-20T15:16:40Z</dcterms:created>
  <dcterms:modified xsi:type="dcterms:W3CDTF">2026-03-30T05:08:38Z</dcterms:modified>
</cp:coreProperties>
</file>