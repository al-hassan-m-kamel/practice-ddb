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6"/>
  </p:notesMasterIdLst>
  <p:sldIdLst>
    <p:sldId id="256" r:id="rId3"/>
    <p:sldId id="264" r:id="rId4"/>
    <p:sldId id="330" r:id="rId5"/>
    <p:sldId id="335" r:id="rId6"/>
    <p:sldId id="268" r:id="rId7"/>
    <p:sldId id="344" r:id="rId8"/>
    <p:sldId id="347" r:id="rId9"/>
    <p:sldId id="345" r:id="rId10"/>
    <p:sldId id="269" r:id="rId11"/>
    <p:sldId id="270" r:id="rId12"/>
    <p:sldId id="271" r:id="rId13"/>
    <p:sldId id="272" r:id="rId14"/>
    <p:sldId id="273" r:id="rId15"/>
    <p:sldId id="1390" r:id="rId16"/>
    <p:sldId id="1391" r:id="rId17"/>
    <p:sldId id="274" r:id="rId18"/>
    <p:sldId id="275" r:id="rId19"/>
    <p:sldId id="276" r:id="rId20"/>
    <p:sldId id="277" r:id="rId21"/>
    <p:sldId id="278" r:id="rId22"/>
    <p:sldId id="1386" r:id="rId23"/>
    <p:sldId id="263" r:id="rId24"/>
    <p:sldId id="262"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FD0399-9623-4C90-B229-83C41ADB4AD3}" type="datetimeFigureOut">
              <a:rPr lang="en-US" smtClean="0"/>
              <a:t>4/27/2026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AE961E-D211-42A7-8616-28A60744FA7B}" type="slidenum">
              <a:rPr lang="en-US" smtClean="0"/>
              <a:t>‹#›</a:t>
            </a:fld>
            <a:endParaRPr lang="en-US"/>
          </a:p>
        </p:txBody>
      </p:sp>
    </p:spTree>
    <p:extLst>
      <p:ext uri="{BB962C8B-B14F-4D97-AF65-F5344CB8AC3E}">
        <p14:creationId xmlns:p14="http://schemas.microsoft.com/office/powerpoint/2010/main" val="18133559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AE961E-D211-42A7-8616-28A60744FA7B}" type="slidenum">
              <a:rPr lang="en-US" smtClean="0"/>
              <a:t>1</a:t>
            </a:fld>
            <a:endParaRPr lang="en-US"/>
          </a:p>
        </p:txBody>
      </p:sp>
    </p:spTree>
    <p:extLst>
      <p:ext uri="{BB962C8B-B14F-4D97-AF65-F5344CB8AC3E}">
        <p14:creationId xmlns:p14="http://schemas.microsoft.com/office/powerpoint/2010/main" val="1637580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22517-87A1-BB00-6013-87473DE303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C08ABB-5C7D-633C-CC35-967CCACCAF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685314-24DC-EDE2-4F15-8EF5F0796EA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E2C1288-E5FA-D383-5200-747A58BCED7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254200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03531-D4E0-847D-3ECD-9623CF34B5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78EA6A-9C52-DD48-8BA1-E97F40705C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5B3119-6BEA-9DD1-67A4-FE21E26602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BF49F16-FF29-B15D-4458-BC7E5F46EDD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061400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5F8E6-F388-EE86-0496-666DB27533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AF71AE-C12E-C2CE-364C-8B10DBEFA0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AE7AA1-4B7C-A2F4-E104-1D5E140EA18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F9BC3D5-B36F-4999-82AE-13995AD4FD7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E50753-C76C-40FB-A654-1A38D8FDFA20}"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426161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F0758-42B8-4289-5D72-0F97B387E0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41D88F-7DE0-B575-B7E3-AB13863F06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121AB1-29A8-7D70-191A-B79A84CFA7B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AA4E4BE-183E-F53D-76F5-6002E963D86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E50753-C76C-40FB-A654-1A38D8FDFA20}"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63731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5E6AB-FE4E-3AAD-6312-694993BA82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13A712-0D54-188B-C885-759624827F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98780E-E9CD-7D9A-4E74-D1BD105A4E3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456E3A1-61EB-D2E6-7CCA-649F87F5872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E50753-C76C-40FB-A654-1A38D8FDFA20}"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4518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98ACB-D65A-3A9D-A05D-6159DB141C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1A0F70-3EFF-3FFF-E89F-A563B0EC5C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C41D65-48CA-44AF-CC40-A91C3A9761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7A616A-5DFB-204F-267F-AC3A9537541B}"/>
              </a:ext>
            </a:extLst>
          </p:cNvPr>
          <p:cNvSpPr>
            <a:spLocks noGrp="1"/>
          </p:cNvSpPr>
          <p:nvPr>
            <p:ph type="sldNum" sz="quarter" idx="5"/>
          </p:nvPr>
        </p:nvSpPr>
        <p:spPr/>
        <p:txBody>
          <a:bodyPr/>
          <a:lstStyle/>
          <a:p>
            <a:fld id="{6DAE961E-D211-42A7-8616-28A60744FA7B}" type="slidenum">
              <a:rPr lang="en-US" smtClean="0"/>
              <a:t>22</a:t>
            </a:fld>
            <a:endParaRPr lang="en-US"/>
          </a:p>
        </p:txBody>
      </p:sp>
    </p:spTree>
    <p:extLst>
      <p:ext uri="{BB962C8B-B14F-4D97-AF65-F5344CB8AC3E}">
        <p14:creationId xmlns:p14="http://schemas.microsoft.com/office/powerpoint/2010/main" val="28580622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E3508-B93A-FD27-CBDB-9FD33C331B6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DF3872C-AF62-CF18-7E8E-B6E9E65B98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B8AAE2B-BC5A-63C7-6723-1721A3B9544A}"/>
              </a:ext>
            </a:extLst>
          </p:cNvPr>
          <p:cNvSpPr>
            <a:spLocks noGrp="1"/>
          </p:cNvSpPr>
          <p:nvPr>
            <p:ph type="dt" sz="half" idx="10"/>
          </p:nvPr>
        </p:nvSpPr>
        <p:spPr/>
        <p:txBody>
          <a:bodyPr/>
          <a:lstStyle/>
          <a:p>
            <a:fld id="{A8267377-EA9D-4B8A-BF60-1E651BE83BCD}" type="datetimeFigureOut">
              <a:rPr lang="en-US" smtClean="0"/>
              <a:t>4/27/2026</a:t>
            </a:fld>
            <a:endParaRPr lang="en-US"/>
          </a:p>
        </p:txBody>
      </p:sp>
      <p:sp>
        <p:nvSpPr>
          <p:cNvPr id="5" name="Footer Placeholder 4">
            <a:extLst>
              <a:ext uri="{FF2B5EF4-FFF2-40B4-BE49-F238E27FC236}">
                <a16:creationId xmlns:a16="http://schemas.microsoft.com/office/drawing/2014/main" id="{076C7A8C-261F-1C11-D959-D25DE53680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B39B7F-8888-F4DD-DF2D-B79929CB45FD}"/>
              </a:ext>
            </a:extLst>
          </p:cNvPr>
          <p:cNvSpPr>
            <a:spLocks noGrp="1"/>
          </p:cNvSpPr>
          <p:nvPr>
            <p:ph type="sldNum" sz="quarter" idx="12"/>
          </p:nvPr>
        </p:nvSpPr>
        <p:spPr/>
        <p:txBody>
          <a:bodyPr/>
          <a:lstStyle/>
          <a:p>
            <a:fld id="{EE9659A6-3F4D-4EFE-B5F4-05A25298E61A}" type="slidenum">
              <a:rPr lang="en-US" smtClean="0"/>
              <a:t>‹#›</a:t>
            </a:fld>
            <a:endParaRPr lang="en-US"/>
          </a:p>
        </p:txBody>
      </p:sp>
    </p:spTree>
    <p:extLst>
      <p:ext uri="{BB962C8B-B14F-4D97-AF65-F5344CB8AC3E}">
        <p14:creationId xmlns:p14="http://schemas.microsoft.com/office/powerpoint/2010/main" val="30673019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76EF9-9615-DFA0-95EB-7922F53E6C4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A486666-895B-CD1D-529A-4FBC5D3122F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97EA79-2DB3-8988-821F-484E03C761B5}"/>
              </a:ext>
            </a:extLst>
          </p:cNvPr>
          <p:cNvSpPr>
            <a:spLocks noGrp="1"/>
          </p:cNvSpPr>
          <p:nvPr>
            <p:ph type="dt" sz="half" idx="10"/>
          </p:nvPr>
        </p:nvSpPr>
        <p:spPr/>
        <p:txBody>
          <a:bodyPr/>
          <a:lstStyle/>
          <a:p>
            <a:fld id="{A8267377-EA9D-4B8A-BF60-1E651BE83BCD}" type="datetimeFigureOut">
              <a:rPr lang="en-US" smtClean="0"/>
              <a:t>4/27/2026</a:t>
            </a:fld>
            <a:endParaRPr lang="en-US"/>
          </a:p>
        </p:txBody>
      </p:sp>
      <p:sp>
        <p:nvSpPr>
          <p:cNvPr id="5" name="Footer Placeholder 4">
            <a:extLst>
              <a:ext uri="{FF2B5EF4-FFF2-40B4-BE49-F238E27FC236}">
                <a16:creationId xmlns:a16="http://schemas.microsoft.com/office/drawing/2014/main" id="{E82D0314-D58B-5C51-8589-F472DFEEF8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3A236D-73B8-FFA1-1F39-BFF595F10BBF}"/>
              </a:ext>
            </a:extLst>
          </p:cNvPr>
          <p:cNvSpPr>
            <a:spLocks noGrp="1"/>
          </p:cNvSpPr>
          <p:nvPr>
            <p:ph type="sldNum" sz="quarter" idx="12"/>
          </p:nvPr>
        </p:nvSpPr>
        <p:spPr/>
        <p:txBody>
          <a:bodyPr/>
          <a:lstStyle/>
          <a:p>
            <a:fld id="{EE9659A6-3F4D-4EFE-B5F4-05A25298E61A}" type="slidenum">
              <a:rPr lang="en-US" smtClean="0"/>
              <a:t>‹#›</a:t>
            </a:fld>
            <a:endParaRPr lang="en-US"/>
          </a:p>
        </p:txBody>
      </p:sp>
    </p:spTree>
    <p:extLst>
      <p:ext uri="{BB962C8B-B14F-4D97-AF65-F5344CB8AC3E}">
        <p14:creationId xmlns:p14="http://schemas.microsoft.com/office/powerpoint/2010/main" val="2199867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8E655-D3C9-7471-D65F-113CF28FC47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0DC034A-BBE5-D7D7-130E-3215262502F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DDC209F-377F-4747-6EDC-99C181358697}"/>
              </a:ext>
            </a:extLst>
          </p:cNvPr>
          <p:cNvSpPr>
            <a:spLocks noGrp="1"/>
          </p:cNvSpPr>
          <p:nvPr>
            <p:ph type="dt" sz="half" idx="10"/>
          </p:nvPr>
        </p:nvSpPr>
        <p:spPr/>
        <p:txBody>
          <a:bodyPr/>
          <a:lstStyle/>
          <a:p>
            <a:fld id="{A8267377-EA9D-4B8A-BF60-1E651BE83BCD}" type="datetimeFigureOut">
              <a:rPr lang="en-US" smtClean="0"/>
              <a:t>4/27/2026</a:t>
            </a:fld>
            <a:endParaRPr lang="en-US"/>
          </a:p>
        </p:txBody>
      </p:sp>
      <p:sp>
        <p:nvSpPr>
          <p:cNvPr id="5" name="Footer Placeholder 4">
            <a:extLst>
              <a:ext uri="{FF2B5EF4-FFF2-40B4-BE49-F238E27FC236}">
                <a16:creationId xmlns:a16="http://schemas.microsoft.com/office/drawing/2014/main" id="{D0B7C5B2-87D4-7032-CAC1-D401F7BFA4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6B82DB-08DF-9E21-C75A-A2F3784A3690}"/>
              </a:ext>
            </a:extLst>
          </p:cNvPr>
          <p:cNvSpPr>
            <a:spLocks noGrp="1"/>
          </p:cNvSpPr>
          <p:nvPr>
            <p:ph type="sldNum" sz="quarter" idx="12"/>
          </p:nvPr>
        </p:nvSpPr>
        <p:spPr/>
        <p:txBody>
          <a:bodyPr/>
          <a:lstStyle/>
          <a:p>
            <a:fld id="{EE9659A6-3F4D-4EFE-B5F4-05A25298E61A}" type="slidenum">
              <a:rPr lang="en-US" smtClean="0"/>
              <a:t>‹#›</a:t>
            </a:fld>
            <a:endParaRPr lang="en-US"/>
          </a:p>
        </p:txBody>
      </p:sp>
    </p:spTree>
    <p:extLst>
      <p:ext uri="{BB962C8B-B14F-4D97-AF65-F5344CB8AC3E}">
        <p14:creationId xmlns:p14="http://schemas.microsoft.com/office/powerpoint/2010/main" val="332502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51BEB-6CED-0A55-E6C7-15AE2988EE2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49F73F0-86F4-5607-5A7B-5E38E17F717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F4928E6-7F98-334D-C30C-1054999A859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EC47717-01CC-A7C1-55A5-D9DEA3BDE419}"/>
              </a:ext>
            </a:extLst>
          </p:cNvPr>
          <p:cNvSpPr>
            <a:spLocks noGrp="1"/>
          </p:cNvSpPr>
          <p:nvPr>
            <p:ph type="dt" sz="half" idx="10"/>
          </p:nvPr>
        </p:nvSpPr>
        <p:spPr/>
        <p:txBody>
          <a:bodyPr/>
          <a:lstStyle/>
          <a:p>
            <a:fld id="{A8267377-EA9D-4B8A-BF60-1E651BE83BCD}" type="datetimeFigureOut">
              <a:rPr lang="en-US" smtClean="0"/>
              <a:t>4/27/2026</a:t>
            </a:fld>
            <a:endParaRPr lang="en-US"/>
          </a:p>
        </p:txBody>
      </p:sp>
      <p:sp>
        <p:nvSpPr>
          <p:cNvPr id="6" name="Footer Placeholder 5">
            <a:extLst>
              <a:ext uri="{FF2B5EF4-FFF2-40B4-BE49-F238E27FC236}">
                <a16:creationId xmlns:a16="http://schemas.microsoft.com/office/drawing/2014/main" id="{5F0A398F-DFF3-050C-3EC1-BF6EDFCF020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B06AB94-5797-135E-F699-D3EB6D974AB1}"/>
              </a:ext>
            </a:extLst>
          </p:cNvPr>
          <p:cNvSpPr>
            <a:spLocks noGrp="1"/>
          </p:cNvSpPr>
          <p:nvPr>
            <p:ph type="sldNum" sz="quarter" idx="12"/>
          </p:nvPr>
        </p:nvSpPr>
        <p:spPr/>
        <p:txBody>
          <a:bodyPr/>
          <a:lstStyle/>
          <a:p>
            <a:fld id="{EE9659A6-3F4D-4EFE-B5F4-05A25298E61A}" type="slidenum">
              <a:rPr lang="en-US" smtClean="0"/>
              <a:t>‹#›</a:t>
            </a:fld>
            <a:endParaRPr lang="en-US"/>
          </a:p>
        </p:txBody>
      </p:sp>
    </p:spTree>
    <p:extLst>
      <p:ext uri="{BB962C8B-B14F-4D97-AF65-F5344CB8AC3E}">
        <p14:creationId xmlns:p14="http://schemas.microsoft.com/office/powerpoint/2010/main" val="413892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0E1CD-1459-3429-0558-6AE95EE73B2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8FB5185-1CD4-A2C2-492F-3F84613FB71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600E9C5-71E7-6DEA-750B-FE662878643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700B88A-A31A-E726-5179-B4595FA44A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D3FAFB1-0A67-414F-E5CF-FEFC4F517DD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6F605AC-FA5F-23B6-8B6E-396A8349B35E}"/>
              </a:ext>
            </a:extLst>
          </p:cNvPr>
          <p:cNvSpPr>
            <a:spLocks noGrp="1"/>
          </p:cNvSpPr>
          <p:nvPr>
            <p:ph type="dt" sz="half" idx="10"/>
          </p:nvPr>
        </p:nvSpPr>
        <p:spPr/>
        <p:txBody>
          <a:bodyPr/>
          <a:lstStyle/>
          <a:p>
            <a:fld id="{A8267377-EA9D-4B8A-BF60-1E651BE83BCD}" type="datetimeFigureOut">
              <a:rPr lang="en-US" smtClean="0"/>
              <a:t>4/27/2026</a:t>
            </a:fld>
            <a:endParaRPr lang="en-US"/>
          </a:p>
        </p:txBody>
      </p:sp>
      <p:sp>
        <p:nvSpPr>
          <p:cNvPr id="8" name="Footer Placeholder 7">
            <a:extLst>
              <a:ext uri="{FF2B5EF4-FFF2-40B4-BE49-F238E27FC236}">
                <a16:creationId xmlns:a16="http://schemas.microsoft.com/office/drawing/2014/main" id="{9A09453D-ACEF-8767-FFB9-562FC8847D8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F7FE2C0-431E-4D23-7DC8-D54817553ADA}"/>
              </a:ext>
            </a:extLst>
          </p:cNvPr>
          <p:cNvSpPr>
            <a:spLocks noGrp="1"/>
          </p:cNvSpPr>
          <p:nvPr>
            <p:ph type="sldNum" sz="quarter" idx="12"/>
          </p:nvPr>
        </p:nvSpPr>
        <p:spPr/>
        <p:txBody>
          <a:bodyPr/>
          <a:lstStyle/>
          <a:p>
            <a:fld id="{EE9659A6-3F4D-4EFE-B5F4-05A25298E61A}" type="slidenum">
              <a:rPr lang="en-US" smtClean="0"/>
              <a:t>‹#›</a:t>
            </a:fld>
            <a:endParaRPr lang="en-US"/>
          </a:p>
        </p:txBody>
      </p:sp>
    </p:spTree>
    <p:extLst>
      <p:ext uri="{BB962C8B-B14F-4D97-AF65-F5344CB8AC3E}">
        <p14:creationId xmlns:p14="http://schemas.microsoft.com/office/powerpoint/2010/main" val="28537070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21B4B-0ADA-F5CC-2C2A-58B1E836B04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C38AD64-847D-F56F-9419-533A8926D0DC}"/>
              </a:ext>
            </a:extLst>
          </p:cNvPr>
          <p:cNvSpPr>
            <a:spLocks noGrp="1"/>
          </p:cNvSpPr>
          <p:nvPr>
            <p:ph type="dt" sz="half" idx="10"/>
          </p:nvPr>
        </p:nvSpPr>
        <p:spPr/>
        <p:txBody>
          <a:bodyPr/>
          <a:lstStyle/>
          <a:p>
            <a:fld id="{A8267377-EA9D-4B8A-BF60-1E651BE83BCD}" type="datetimeFigureOut">
              <a:rPr lang="en-US" smtClean="0"/>
              <a:t>4/27/2026</a:t>
            </a:fld>
            <a:endParaRPr lang="en-US"/>
          </a:p>
        </p:txBody>
      </p:sp>
      <p:sp>
        <p:nvSpPr>
          <p:cNvPr id="4" name="Footer Placeholder 3">
            <a:extLst>
              <a:ext uri="{FF2B5EF4-FFF2-40B4-BE49-F238E27FC236}">
                <a16:creationId xmlns:a16="http://schemas.microsoft.com/office/drawing/2014/main" id="{1BE0BF4B-FA2B-02A9-60BF-0675B165B92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70D8168-95A0-B220-2BCC-7CBF4DB9AB08}"/>
              </a:ext>
            </a:extLst>
          </p:cNvPr>
          <p:cNvSpPr>
            <a:spLocks noGrp="1"/>
          </p:cNvSpPr>
          <p:nvPr>
            <p:ph type="sldNum" sz="quarter" idx="12"/>
          </p:nvPr>
        </p:nvSpPr>
        <p:spPr/>
        <p:txBody>
          <a:bodyPr/>
          <a:lstStyle/>
          <a:p>
            <a:fld id="{EE9659A6-3F4D-4EFE-B5F4-05A25298E61A}" type="slidenum">
              <a:rPr lang="en-US" smtClean="0"/>
              <a:t>‹#›</a:t>
            </a:fld>
            <a:endParaRPr lang="en-US"/>
          </a:p>
        </p:txBody>
      </p:sp>
    </p:spTree>
    <p:extLst>
      <p:ext uri="{BB962C8B-B14F-4D97-AF65-F5344CB8AC3E}">
        <p14:creationId xmlns:p14="http://schemas.microsoft.com/office/powerpoint/2010/main" val="17558709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1DC7B7A-7B12-3600-E485-2538F23BE444}"/>
              </a:ext>
            </a:extLst>
          </p:cNvPr>
          <p:cNvSpPr>
            <a:spLocks noGrp="1"/>
          </p:cNvSpPr>
          <p:nvPr>
            <p:ph type="dt" sz="half" idx="10"/>
          </p:nvPr>
        </p:nvSpPr>
        <p:spPr/>
        <p:txBody>
          <a:bodyPr/>
          <a:lstStyle/>
          <a:p>
            <a:fld id="{A8267377-EA9D-4B8A-BF60-1E651BE83BCD}" type="datetimeFigureOut">
              <a:rPr lang="en-US" smtClean="0"/>
              <a:t>4/27/2026</a:t>
            </a:fld>
            <a:endParaRPr lang="en-US"/>
          </a:p>
        </p:txBody>
      </p:sp>
      <p:sp>
        <p:nvSpPr>
          <p:cNvPr id="3" name="Footer Placeholder 2">
            <a:extLst>
              <a:ext uri="{FF2B5EF4-FFF2-40B4-BE49-F238E27FC236}">
                <a16:creationId xmlns:a16="http://schemas.microsoft.com/office/drawing/2014/main" id="{BCDD543C-279E-4B98-5EAF-96632E6904F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B19D814-A6AA-3A48-3076-033E897DA682}"/>
              </a:ext>
            </a:extLst>
          </p:cNvPr>
          <p:cNvSpPr>
            <a:spLocks noGrp="1"/>
          </p:cNvSpPr>
          <p:nvPr>
            <p:ph type="sldNum" sz="quarter" idx="12"/>
          </p:nvPr>
        </p:nvSpPr>
        <p:spPr/>
        <p:txBody>
          <a:bodyPr/>
          <a:lstStyle/>
          <a:p>
            <a:fld id="{EE9659A6-3F4D-4EFE-B5F4-05A25298E61A}" type="slidenum">
              <a:rPr lang="en-US" smtClean="0"/>
              <a:t>‹#›</a:t>
            </a:fld>
            <a:endParaRPr lang="en-US"/>
          </a:p>
        </p:txBody>
      </p:sp>
    </p:spTree>
    <p:extLst>
      <p:ext uri="{BB962C8B-B14F-4D97-AF65-F5344CB8AC3E}">
        <p14:creationId xmlns:p14="http://schemas.microsoft.com/office/powerpoint/2010/main" val="16766562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8F62B-DCEC-3C7C-EFD2-246F696F7D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DB141BF-97AD-E734-00CC-7C1A145470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9B90DBF-305C-05DE-B293-221BCDD54A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801C14-5CBF-3F39-2051-71D04E6AC74E}"/>
              </a:ext>
            </a:extLst>
          </p:cNvPr>
          <p:cNvSpPr>
            <a:spLocks noGrp="1"/>
          </p:cNvSpPr>
          <p:nvPr>
            <p:ph type="dt" sz="half" idx="10"/>
          </p:nvPr>
        </p:nvSpPr>
        <p:spPr/>
        <p:txBody>
          <a:bodyPr/>
          <a:lstStyle/>
          <a:p>
            <a:fld id="{A8267377-EA9D-4B8A-BF60-1E651BE83BCD}" type="datetimeFigureOut">
              <a:rPr lang="en-US" smtClean="0"/>
              <a:t>4/27/2026</a:t>
            </a:fld>
            <a:endParaRPr lang="en-US"/>
          </a:p>
        </p:txBody>
      </p:sp>
      <p:sp>
        <p:nvSpPr>
          <p:cNvPr id="6" name="Footer Placeholder 5">
            <a:extLst>
              <a:ext uri="{FF2B5EF4-FFF2-40B4-BE49-F238E27FC236}">
                <a16:creationId xmlns:a16="http://schemas.microsoft.com/office/drawing/2014/main" id="{E5C99B94-CC0F-8D6D-CF79-029A2C90A6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9893E6-942F-96CC-C1BA-400E8586ADB6}"/>
              </a:ext>
            </a:extLst>
          </p:cNvPr>
          <p:cNvSpPr>
            <a:spLocks noGrp="1"/>
          </p:cNvSpPr>
          <p:nvPr>
            <p:ph type="sldNum" sz="quarter" idx="12"/>
          </p:nvPr>
        </p:nvSpPr>
        <p:spPr/>
        <p:txBody>
          <a:bodyPr/>
          <a:lstStyle/>
          <a:p>
            <a:fld id="{EE9659A6-3F4D-4EFE-B5F4-05A25298E61A}" type="slidenum">
              <a:rPr lang="en-US" smtClean="0"/>
              <a:t>‹#›</a:t>
            </a:fld>
            <a:endParaRPr lang="en-US"/>
          </a:p>
        </p:txBody>
      </p:sp>
    </p:spTree>
    <p:extLst>
      <p:ext uri="{BB962C8B-B14F-4D97-AF65-F5344CB8AC3E}">
        <p14:creationId xmlns:p14="http://schemas.microsoft.com/office/powerpoint/2010/main" val="21173762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FC6B7-D6C5-5ED6-2C0F-3AF69EB8B7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C63E1D2-4879-EF40-9C7F-D08AC846F3B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91AC689-D840-E3EA-8700-E37DAA0EC2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8E478E-4D16-7E71-D48F-9F92635C6E8D}"/>
              </a:ext>
            </a:extLst>
          </p:cNvPr>
          <p:cNvSpPr>
            <a:spLocks noGrp="1"/>
          </p:cNvSpPr>
          <p:nvPr>
            <p:ph type="dt" sz="half" idx="10"/>
          </p:nvPr>
        </p:nvSpPr>
        <p:spPr/>
        <p:txBody>
          <a:bodyPr/>
          <a:lstStyle/>
          <a:p>
            <a:fld id="{A8267377-EA9D-4B8A-BF60-1E651BE83BCD}" type="datetimeFigureOut">
              <a:rPr lang="en-US" smtClean="0"/>
              <a:t>4/27/2026</a:t>
            </a:fld>
            <a:endParaRPr lang="en-US"/>
          </a:p>
        </p:txBody>
      </p:sp>
      <p:sp>
        <p:nvSpPr>
          <p:cNvPr id="6" name="Footer Placeholder 5">
            <a:extLst>
              <a:ext uri="{FF2B5EF4-FFF2-40B4-BE49-F238E27FC236}">
                <a16:creationId xmlns:a16="http://schemas.microsoft.com/office/drawing/2014/main" id="{5E00F965-FC93-CC09-A141-081BC958F2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D1E2EE-AFD7-DCAB-5E1A-69D51FEC9591}"/>
              </a:ext>
            </a:extLst>
          </p:cNvPr>
          <p:cNvSpPr>
            <a:spLocks noGrp="1"/>
          </p:cNvSpPr>
          <p:nvPr>
            <p:ph type="sldNum" sz="quarter" idx="12"/>
          </p:nvPr>
        </p:nvSpPr>
        <p:spPr/>
        <p:txBody>
          <a:bodyPr/>
          <a:lstStyle/>
          <a:p>
            <a:fld id="{EE9659A6-3F4D-4EFE-B5F4-05A25298E61A}" type="slidenum">
              <a:rPr lang="en-US" smtClean="0"/>
              <a:t>‹#›</a:t>
            </a:fld>
            <a:endParaRPr lang="en-US"/>
          </a:p>
        </p:txBody>
      </p:sp>
    </p:spTree>
    <p:extLst>
      <p:ext uri="{BB962C8B-B14F-4D97-AF65-F5344CB8AC3E}">
        <p14:creationId xmlns:p14="http://schemas.microsoft.com/office/powerpoint/2010/main" val="9858256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AEBE8-CDBB-438D-B243-57D09DA26F7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CDC254C-74E0-1FA4-8F98-2EE5FFA7EAA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BFE651-81B3-F111-D3D6-320FD15A9003}"/>
              </a:ext>
            </a:extLst>
          </p:cNvPr>
          <p:cNvSpPr>
            <a:spLocks noGrp="1"/>
          </p:cNvSpPr>
          <p:nvPr>
            <p:ph type="dt" sz="half" idx="10"/>
          </p:nvPr>
        </p:nvSpPr>
        <p:spPr/>
        <p:txBody>
          <a:bodyPr/>
          <a:lstStyle/>
          <a:p>
            <a:fld id="{A8267377-EA9D-4B8A-BF60-1E651BE83BCD}" type="datetimeFigureOut">
              <a:rPr lang="en-US" smtClean="0"/>
              <a:t>4/27/2026</a:t>
            </a:fld>
            <a:endParaRPr lang="en-US"/>
          </a:p>
        </p:txBody>
      </p:sp>
      <p:sp>
        <p:nvSpPr>
          <p:cNvPr id="5" name="Footer Placeholder 4">
            <a:extLst>
              <a:ext uri="{FF2B5EF4-FFF2-40B4-BE49-F238E27FC236}">
                <a16:creationId xmlns:a16="http://schemas.microsoft.com/office/drawing/2014/main" id="{7ADDC064-7CC0-8843-DB23-FDFD456700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D4AF95-C433-2C87-987A-5B20A3924102}"/>
              </a:ext>
            </a:extLst>
          </p:cNvPr>
          <p:cNvSpPr>
            <a:spLocks noGrp="1"/>
          </p:cNvSpPr>
          <p:nvPr>
            <p:ph type="sldNum" sz="quarter" idx="12"/>
          </p:nvPr>
        </p:nvSpPr>
        <p:spPr/>
        <p:txBody>
          <a:bodyPr/>
          <a:lstStyle/>
          <a:p>
            <a:fld id="{EE9659A6-3F4D-4EFE-B5F4-05A25298E61A}" type="slidenum">
              <a:rPr lang="en-US" smtClean="0"/>
              <a:t>‹#›</a:t>
            </a:fld>
            <a:endParaRPr lang="en-US"/>
          </a:p>
        </p:txBody>
      </p:sp>
    </p:spTree>
    <p:extLst>
      <p:ext uri="{BB962C8B-B14F-4D97-AF65-F5344CB8AC3E}">
        <p14:creationId xmlns:p14="http://schemas.microsoft.com/office/powerpoint/2010/main" val="26495900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37BA77-65C2-4E5A-72F1-09ED7A638CF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A2D1CDA-DA4C-0D2E-D7E7-49F10C8C21E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D104D6-E91E-C27A-3776-78F3EDE847D8}"/>
              </a:ext>
            </a:extLst>
          </p:cNvPr>
          <p:cNvSpPr>
            <a:spLocks noGrp="1"/>
          </p:cNvSpPr>
          <p:nvPr>
            <p:ph type="dt" sz="half" idx="10"/>
          </p:nvPr>
        </p:nvSpPr>
        <p:spPr/>
        <p:txBody>
          <a:bodyPr/>
          <a:lstStyle/>
          <a:p>
            <a:fld id="{A8267377-EA9D-4B8A-BF60-1E651BE83BCD}" type="datetimeFigureOut">
              <a:rPr lang="en-US" smtClean="0"/>
              <a:t>4/27/2026</a:t>
            </a:fld>
            <a:endParaRPr lang="en-US"/>
          </a:p>
        </p:txBody>
      </p:sp>
      <p:sp>
        <p:nvSpPr>
          <p:cNvPr id="5" name="Footer Placeholder 4">
            <a:extLst>
              <a:ext uri="{FF2B5EF4-FFF2-40B4-BE49-F238E27FC236}">
                <a16:creationId xmlns:a16="http://schemas.microsoft.com/office/drawing/2014/main" id="{E6A5EC6D-4941-0F84-62AB-61D9677B16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DE8AFB-2736-2BE4-A04E-DEC8C01B55BA}"/>
              </a:ext>
            </a:extLst>
          </p:cNvPr>
          <p:cNvSpPr>
            <a:spLocks noGrp="1"/>
          </p:cNvSpPr>
          <p:nvPr>
            <p:ph type="sldNum" sz="quarter" idx="12"/>
          </p:nvPr>
        </p:nvSpPr>
        <p:spPr/>
        <p:txBody>
          <a:bodyPr/>
          <a:lstStyle/>
          <a:p>
            <a:fld id="{EE9659A6-3F4D-4EFE-B5F4-05A25298E61A}" type="slidenum">
              <a:rPr lang="en-US" smtClean="0"/>
              <a:t>‹#›</a:t>
            </a:fld>
            <a:endParaRPr lang="en-US"/>
          </a:p>
        </p:txBody>
      </p:sp>
    </p:spTree>
    <p:extLst>
      <p:ext uri="{BB962C8B-B14F-4D97-AF65-F5344CB8AC3E}">
        <p14:creationId xmlns:p14="http://schemas.microsoft.com/office/powerpoint/2010/main" val="39896712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87280-7F0F-4933-A8E3-F361E2D93DC9}"/>
              </a:ext>
            </a:extLst>
          </p:cNvPr>
          <p:cNvSpPr txBox="1">
            <a:spLocks noGrp="1"/>
          </p:cNvSpPr>
          <p:nvPr>
            <p:ph type="ctrTitle"/>
          </p:nvPr>
        </p:nvSpPr>
        <p:spPr>
          <a:xfrm>
            <a:off x="1524003" y="1122361"/>
            <a:ext cx="9144000" cy="2387598"/>
          </a:xfrm>
        </p:spPr>
        <p:txBody>
          <a:bodyPr anchor="b" anchorCtr="1"/>
          <a:lstStyle>
            <a:lvl1pPr algn="ctr">
              <a:defRPr sz="6000"/>
            </a:lvl1pPr>
          </a:lstStyle>
          <a:p>
            <a:pPr lvl="0"/>
            <a:r>
              <a:rPr lang="en-US"/>
              <a:t>Click to edit Master title style</a:t>
            </a:r>
          </a:p>
        </p:txBody>
      </p:sp>
      <p:sp>
        <p:nvSpPr>
          <p:cNvPr id="3" name="Subtitle 2">
            <a:extLst>
              <a:ext uri="{FF2B5EF4-FFF2-40B4-BE49-F238E27FC236}">
                <a16:creationId xmlns:a16="http://schemas.microsoft.com/office/drawing/2014/main" id="{35E40E25-B824-4B1F-898C-B17518CF3F55}"/>
              </a:ext>
            </a:extLst>
          </p:cNvPr>
          <p:cNvSpPr txBox="1">
            <a:spLocks noGrp="1"/>
          </p:cNvSpPr>
          <p:nvPr>
            <p:ph type="subTitle" idx="1"/>
          </p:nvPr>
        </p:nvSpPr>
        <p:spPr>
          <a:xfrm>
            <a:off x="1524003" y="3602041"/>
            <a:ext cx="9144000" cy="1655758"/>
          </a:xfrm>
        </p:spPr>
        <p:txBody>
          <a:bodyPr anchorCtr="1"/>
          <a:lstStyle>
            <a:lvl1pPr marL="0" indent="0" algn="ctr">
              <a:buNone/>
              <a:defRPr sz="2400"/>
            </a:lvl1pPr>
          </a:lstStyle>
          <a:p>
            <a:pPr lvl="0"/>
            <a:r>
              <a:rPr lang="en-US"/>
              <a:t>Click to edit Master subtitle style</a:t>
            </a:r>
          </a:p>
        </p:txBody>
      </p:sp>
      <p:sp>
        <p:nvSpPr>
          <p:cNvPr id="4" name="Date Placeholder 3">
            <a:extLst>
              <a:ext uri="{FF2B5EF4-FFF2-40B4-BE49-F238E27FC236}">
                <a16:creationId xmlns:a16="http://schemas.microsoft.com/office/drawing/2014/main" id="{87D9781D-06AD-4B59-8989-35277DE3C9F3}"/>
              </a:ext>
            </a:extLst>
          </p:cNvPr>
          <p:cNvSpPr txBox="1">
            <a:spLocks noGrp="1"/>
          </p:cNvSpPr>
          <p:nvPr>
            <p:ph type="dt" sz="half" idx="7"/>
          </p:nvPr>
        </p:nvSpPr>
        <p:spPr/>
        <p:txBody>
          <a:bodyPr/>
          <a:lstStyle>
            <a:lvl1pPr>
              <a:defRPr/>
            </a:lvl1pPr>
          </a:lstStyle>
          <a:p>
            <a:pPr lvl="0"/>
            <a:fld id="{D02AA58B-D568-476F-BF7F-10324DEE0B65}" type="datetime1">
              <a:rPr lang="en-US"/>
              <a:pPr lvl="0"/>
              <a:t>4/27/2026</a:t>
            </a:fld>
            <a:endParaRPr lang="en-US"/>
          </a:p>
        </p:txBody>
      </p:sp>
      <p:sp>
        <p:nvSpPr>
          <p:cNvPr id="5" name="Footer Placeholder 4">
            <a:extLst>
              <a:ext uri="{FF2B5EF4-FFF2-40B4-BE49-F238E27FC236}">
                <a16:creationId xmlns:a16="http://schemas.microsoft.com/office/drawing/2014/main" id="{938C7E35-1A85-480A-B1E7-AA4A13A96CA1}"/>
              </a:ext>
            </a:extLst>
          </p:cNvPr>
          <p:cNvSpPr txBox="1">
            <a:spLocks noGrp="1"/>
          </p:cNvSpPr>
          <p:nvPr>
            <p:ph type="ftr" sz="quarter" idx="9"/>
          </p:nvPr>
        </p:nvSpPr>
        <p:spPr/>
        <p:txBody>
          <a:bodyPr/>
          <a:lstStyle>
            <a:lvl1pPr>
              <a:defRPr/>
            </a:lvl1pPr>
          </a:lstStyle>
          <a:p>
            <a:pPr lvl="0"/>
            <a:endParaRPr lang="en-US"/>
          </a:p>
        </p:txBody>
      </p:sp>
      <p:sp>
        <p:nvSpPr>
          <p:cNvPr id="6" name="Slide Number Placeholder 5">
            <a:extLst>
              <a:ext uri="{FF2B5EF4-FFF2-40B4-BE49-F238E27FC236}">
                <a16:creationId xmlns:a16="http://schemas.microsoft.com/office/drawing/2014/main" id="{031C76F6-9D1F-443E-9743-1B93C66A9EC5}"/>
              </a:ext>
            </a:extLst>
          </p:cNvPr>
          <p:cNvSpPr txBox="1">
            <a:spLocks noGrp="1"/>
          </p:cNvSpPr>
          <p:nvPr>
            <p:ph type="sldNum" sz="quarter" idx="8"/>
          </p:nvPr>
        </p:nvSpPr>
        <p:spPr/>
        <p:txBody>
          <a:bodyPr/>
          <a:lstStyle>
            <a:lvl1pPr>
              <a:defRPr/>
            </a:lvl1pPr>
          </a:lstStyle>
          <a:p>
            <a:pPr lvl="0"/>
            <a:fld id="{CB587A9A-488B-4935-98F4-3D851367A7E9}" type="slidenum">
              <a:t>‹#›</a:t>
            </a:fld>
            <a:endParaRPr lang="en-US"/>
          </a:p>
        </p:txBody>
      </p:sp>
    </p:spTree>
    <p:extLst>
      <p:ext uri="{BB962C8B-B14F-4D97-AF65-F5344CB8AC3E}">
        <p14:creationId xmlns:p14="http://schemas.microsoft.com/office/powerpoint/2010/main" val="1265746578"/>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F39C1-14C5-422C-B4FA-EE4F5D4643B2}"/>
              </a:ext>
            </a:extLst>
          </p:cNvPr>
          <p:cNvSpPr txBox="1">
            <a:spLocks noGrp="1"/>
          </p:cNvSpPr>
          <p:nvPr>
            <p:ph type="title"/>
          </p:nvPr>
        </p:nvSpPr>
        <p:spPr/>
        <p:txBody>
          <a:bodyPr/>
          <a:lstStyle>
            <a:lvl1pPr>
              <a:defRPr/>
            </a:lvl1pPr>
          </a:lstStyle>
          <a:p>
            <a:pPr lvl="0"/>
            <a:r>
              <a:rPr lang="en-US"/>
              <a:t>Click to edit Master title style</a:t>
            </a:r>
          </a:p>
        </p:txBody>
      </p:sp>
      <p:sp>
        <p:nvSpPr>
          <p:cNvPr id="3" name="Content Placeholder 2">
            <a:extLst>
              <a:ext uri="{FF2B5EF4-FFF2-40B4-BE49-F238E27FC236}">
                <a16:creationId xmlns:a16="http://schemas.microsoft.com/office/drawing/2014/main" id="{15376CAD-F7C2-4292-8240-17ABAFFF9CF5}"/>
              </a:ext>
            </a:extLst>
          </p:cNvPr>
          <p:cNvSpPr txBox="1">
            <a:spLocks noGrp="1"/>
          </p:cNvSpPr>
          <p:nvPr>
            <p:ph idx="1"/>
          </p:nvPr>
        </p:nvSpPr>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A0F5C1-E20E-4FC4-913C-90118785426C}"/>
              </a:ext>
            </a:extLst>
          </p:cNvPr>
          <p:cNvSpPr txBox="1">
            <a:spLocks noGrp="1"/>
          </p:cNvSpPr>
          <p:nvPr>
            <p:ph type="dt" sz="half" idx="7"/>
          </p:nvPr>
        </p:nvSpPr>
        <p:spPr/>
        <p:txBody>
          <a:bodyPr/>
          <a:lstStyle>
            <a:lvl1pPr>
              <a:defRPr/>
            </a:lvl1pPr>
          </a:lstStyle>
          <a:p>
            <a:pPr lvl="0"/>
            <a:fld id="{757648F8-21C8-45DF-81CA-C87783427EED}" type="datetime1">
              <a:rPr lang="en-US"/>
              <a:pPr lvl="0"/>
              <a:t>4/27/2026</a:t>
            </a:fld>
            <a:endParaRPr lang="en-US"/>
          </a:p>
        </p:txBody>
      </p:sp>
      <p:sp>
        <p:nvSpPr>
          <p:cNvPr id="5" name="Footer Placeholder 4">
            <a:extLst>
              <a:ext uri="{FF2B5EF4-FFF2-40B4-BE49-F238E27FC236}">
                <a16:creationId xmlns:a16="http://schemas.microsoft.com/office/drawing/2014/main" id="{97811E43-4F81-4EC1-BB18-36E77E44B727}"/>
              </a:ext>
            </a:extLst>
          </p:cNvPr>
          <p:cNvSpPr txBox="1">
            <a:spLocks noGrp="1"/>
          </p:cNvSpPr>
          <p:nvPr>
            <p:ph type="ftr" sz="quarter" idx="9"/>
          </p:nvPr>
        </p:nvSpPr>
        <p:spPr/>
        <p:txBody>
          <a:bodyPr/>
          <a:lstStyle>
            <a:lvl1pPr>
              <a:defRPr/>
            </a:lvl1pPr>
          </a:lstStyle>
          <a:p>
            <a:pPr lvl="0"/>
            <a:endParaRPr lang="en-US"/>
          </a:p>
        </p:txBody>
      </p:sp>
      <p:sp>
        <p:nvSpPr>
          <p:cNvPr id="6" name="Slide Number Placeholder 5">
            <a:extLst>
              <a:ext uri="{FF2B5EF4-FFF2-40B4-BE49-F238E27FC236}">
                <a16:creationId xmlns:a16="http://schemas.microsoft.com/office/drawing/2014/main" id="{2C3BD79E-B8A1-4E1C-9A58-9BF87A8E7E11}"/>
              </a:ext>
            </a:extLst>
          </p:cNvPr>
          <p:cNvSpPr txBox="1">
            <a:spLocks noGrp="1"/>
          </p:cNvSpPr>
          <p:nvPr>
            <p:ph type="sldNum" sz="quarter" idx="8"/>
          </p:nvPr>
        </p:nvSpPr>
        <p:spPr/>
        <p:txBody>
          <a:bodyPr/>
          <a:lstStyle>
            <a:lvl1pPr>
              <a:defRPr/>
            </a:lvl1pPr>
          </a:lstStyle>
          <a:p>
            <a:pPr lvl="0"/>
            <a:fld id="{C5F78BE1-AFA9-4EBB-9816-663B17F344DD}" type="slidenum">
              <a:t>‹#›</a:t>
            </a:fld>
            <a:endParaRPr lang="en-US"/>
          </a:p>
        </p:txBody>
      </p:sp>
    </p:spTree>
    <p:extLst>
      <p:ext uri="{BB962C8B-B14F-4D97-AF65-F5344CB8AC3E}">
        <p14:creationId xmlns:p14="http://schemas.microsoft.com/office/powerpoint/2010/main" val="250288159"/>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D25FF-793A-496C-BE7F-499D5245B28D}"/>
              </a:ext>
            </a:extLst>
          </p:cNvPr>
          <p:cNvSpPr txBox="1">
            <a:spLocks noGrp="1"/>
          </p:cNvSpPr>
          <p:nvPr>
            <p:ph type="title"/>
          </p:nvPr>
        </p:nvSpPr>
        <p:spPr>
          <a:xfrm>
            <a:off x="831847" y="1709735"/>
            <a:ext cx="10515600" cy="2852735"/>
          </a:xfrm>
        </p:spPr>
        <p:txBody>
          <a:bodyPr anchor="b"/>
          <a:lstStyle>
            <a:lvl1pPr>
              <a:defRPr sz="6000"/>
            </a:lvl1pPr>
          </a:lstStyle>
          <a:p>
            <a:pPr lvl="0"/>
            <a:r>
              <a:rPr lang="en-US"/>
              <a:t>Click to edit Master title style</a:t>
            </a:r>
          </a:p>
        </p:txBody>
      </p:sp>
      <p:sp>
        <p:nvSpPr>
          <p:cNvPr id="3" name="Text Placeholder 2">
            <a:extLst>
              <a:ext uri="{FF2B5EF4-FFF2-40B4-BE49-F238E27FC236}">
                <a16:creationId xmlns:a16="http://schemas.microsoft.com/office/drawing/2014/main" id="{3FBDD8DA-C7FE-4269-9839-6E058B9E081E}"/>
              </a:ext>
            </a:extLst>
          </p:cNvPr>
          <p:cNvSpPr txBox="1">
            <a:spLocks noGrp="1"/>
          </p:cNvSpPr>
          <p:nvPr>
            <p:ph type="body" idx="1"/>
          </p:nvPr>
        </p:nvSpPr>
        <p:spPr>
          <a:xfrm>
            <a:off x="831847" y="4589465"/>
            <a:ext cx="10515600" cy="1500182"/>
          </a:xfrm>
        </p:spPr>
        <p:txBody>
          <a:bodyPr/>
          <a:lstStyle>
            <a:lvl1pPr marL="0" indent="0">
              <a:buNone/>
              <a:defRPr sz="2400">
                <a:solidFill>
                  <a:srgbClr val="898989"/>
                </a:solidFill>
              </a:defRPr>
            </a:lvl1pPr>
          </a:lstStyle>
          <a:p>
            <a:pPr lvl="0"/>
            <a:r>
              <a:rPr lang="en-US"/>
              <a:t>Click to edit Master text styles</a:t>
            </a:r>
          </a:p>
        </p:txBody>
      </p:sp>
      <p:sp>
        <p:nvSpPr>
          <p:cNvPr id="4" name="Date Placeholder 3">
            <a:extLst>
              <a:ext uri="{FF2B5EF4-FFF2-40B4-BE49-F238E27FC236}">
                <a16:creationId xmlns:a16="http://schemas.microsoft.com/office/drawing/2014/main" id="{A4046C3C-599B-48C8-8854-5286D6148753}"/>
              </a:ext>
            </a:extLst>
          </p:cNvPr>
          <p:cNvSpPr txBox="1">
            <a:spLocks noGrp="1"/>
          </p:cNvSpPr>
          <p:nvPr>
            <p:ph type="dt" sz="half" idx="7"/>
          </p:nvPr>
        </p:nvSpPr>
        <p:spPr/>
        <p:txBody>
          <a:bodyPr/>
          <a:lstStyle>
            <a:lvl1pPr>
              <a:defRPr/>
            </a:lvl1pPr>
          </a:lstStyle>
          <a:p>
            <a:pPr lvl="0"/>
            <a:fld id="{7A0F1BCB-9DFC-43EF-98A7-CEF2D59D10F8}" type="datetime1">
              <a:rPr lang="en-US"/>
              <a:pPr lvl="0"/>
              <a:t>4/27/2026</a:t>
            </a:fld>
            <a:endParaRPr lang="en-US"/>
          </a:p>
        </p:txBody>
      </p:sp>
      <p:sp>
        <p:nvSpPr>
          <p:cNvPr id="5" name="Footer Placeholder 4">
            <a:extLst>
              <a:ext uri="{FF2B5EF4-FFF2-40B4-BE49-F238E27FC236}">
                <a16:creationId xmlns:a16="http://schemas.microsoft.com/office/drawing/2014/main" id="{CC2E28CC-C47B-4F76-977B-7BE5F49014A9}"/>
              </a:ext>
            </a:extLst>
          </p:cNvPr>
          <p:cNvSpPr txBox="1">
            <a:spLocks noGrp="1"/>
          </p:cNvSpPr>
          <p:nvPr>
            <p:ph type="ftr" sz="quarter" idx="9"/>
          </p:nvPr>
        </p:nvSpPr>
        <p:spPr/>
        <p:txBody>
          <a:bodyPr/>
          <a:lstStyle>
            <a:lvl1pPr>
              <a:defRPr/>
            </a:lvl1pPr>
          </a:lstStyle>
          <a:p>
            <a:pPr lvl="0"/>
            <a:endParaRPr lang="en-US"/>
          </a:p>
        </p:txBody>
      </p:sp>
      <p:sp>
        <p:nvSpPr>
          <p:cNvPr id="6" name="Slide Number Placeholder 5">
            <a:extLst>
              <a:ext uri="{FF2B5EF4-FFF2-40B4-BE49-F238E27FC236}">
                <a16:creationId xmlns:a16="http://schemas.microsoft.com/office/drawing/2014/main" id="{214CF6FC-3B17-48D2-A651-F2FC6A11B472}"/>
              </a:ext>
            </a:extLst>
          </p:cNvPr>
          <p:cNvSpPr txBox="1">
            <a:spLocks noGrp="1"/>
          </p:cNvSpPr>
          <p:nvPr>
            <p:ph type="sldNum" sz="quarter" idx="8"/>
          </p:nvPr>
        </p:nvSpPr>
        <p:spPr/>
        <p:txBody>
          <a:bodyPr/>
          <a:lstStyle>
            <a:lvl1pPr>
              <a:defRPr/>
            </a:lvl1pPr>
          </a:lstStyle>
          <a:p>
            <a:pPr lvl="0"/>
            <a:fld id="{D66E9059-0E35-4728-9B66-6627472C09C4}" type="slidenum">
              <a:t>‹#›</a:t>
            </a:fld>
            <a:endParaRPr lang="en-US"/>
          </a:p>
        </p:txBody>
      </p:sp>
    </p:spTree>
    <p:extLst>
      <p:ext uri="{BB962C8B-B14F-4D97-AF65-F5344CB8AC3E}">
        <p14:creationId xmlns:p14="http://schemas.microsoft.com/office/powerpoint/2010/main" val="622177100"/>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D9AD3-B423-497B-A8CB-4C6E5F683752}"/>
              </a:ext>
            </a:extLst>
          </p:cNvPr>
          <p:cNvSpPr txBox="1">
            <a:spLocks noGrp="1"/>
          </p:cNvSpPr>
          <p:nvPr>
            <p:ph type="title"/>
          </p:nvPr>
        </p:nvSpPr>
        <p:spPr/>
        <p:txBody>
          <a:bodyPr/>
          <a:lstStyle>
            <a:lvl1pPr>
              <a:defRPr/>
            </a:lvl1pPr>
          </a:lstStyle>
          <a:p>
            <a:pPr lvl="0"/>
            <a:r>
              <a:rPr lang="en-US"/>
              <a:t>Click to edit Master title style</a:t>
            </a:r>
          </a:p>
        </p:txBody>
      </p:sp>
      <p:sp>
        <p:nvSpPr>
          <p:cNvPr id="3" name="Content Placeholder 2">
            <a:extLst>
              <a:ext uri="{FF2B5EF4-FFF2-40B4-BE49-F238E27FC236}">
                <a16:creationId xmlns:a16="http://schemas.microsoft.com/office/drawing/2014/main" id="{C9357F41-3325-4F1D-BCC5-464FB6DAD7BA}"/>
              </a:ext>
            </a:extLst>
          </p:cNvPr>
          <p:cNvSpPr txBox="1">
            <a:spLocks noGrp="1"/>
          </p:cNvSpPr>
          <p:nvPr>
            <p:ph idx="1"/>
          </p:nvPr>
        </p:nvSpPr>
        <p:spPr>
          <a:xfrm>
            <a:off x="838203" y="1825627"/>
            <a:ext cx="5181603" cy="4351336"/>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C273A6E-2291-4D1D-94D3-7CD389F1497C}"/>
              </a:ext>
            </a:extLst>
          </p:cNvPr>
          <p:cNvSpPr txBox="1">
            <a:spLocks noGrp="1"/>
          </p:cNvSpPr>
          <p:nvPr>
            <p:ph idx="2"/>
          </p:nvPr>
        </p:nvSpPr>
        <p:spPr>
          <a:xfrm>
            <a:off x="6172200" y="1825627"/>
            <a:ext cx="5181603" cy="4351336"/>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4FEF57B-011B-411E-8F46-2AC1D94EA74C}"/>
              </a:ext>
            </a:extLst>
          </p:cNvPr>
          <p:cNvSpPr txBox="1">
            <a:spLocks noGrp="1"/>
          </p:cNvSpPr>
          <p:nvPr>
            <p:ph type="dt" sz="half" idx="7"/>
          </p:nvPr>
        </p:nvSpPr>
        <p:spPr/>
        <p:txBody>
          <a:bodyPr/>
          <a:lstStyle>
            <a:lvl1pPr>
              <a:defRPr/>
            </a:lvl1pPr>
          </a:lstStyle>
          <a:p>
            <a:pPr lvl="0"/>
            <a:fld id="{93A4D1B5-3D7C-4F48-840F-0770907E16B6}" type="datetime1">
              <a:rPr lang="en-US"/>
              <a:pPr lvl="0"/>
              <a:t>4/27/2026</a:t>
            </a:fld>
            <a:endParaRPr lang="en-US"/>
          </a:p>
        </p:txBody>
      </p:sp>
      <p:sp>
        <p:nvSpPr>
          <p:cNvPr id="6" name="Footer Placeholder 5">
            <a:extLst>
              <a:ext uri="{FF2B5EF4-FFF2-40B4-BE49-F238E27FC236}">
                <a16:creationId xmlns:a16="http://schemas.microsoft.com/office/drawing/2014/main" id="{41E36286-2B47-4D59-814C-12D070F57117}"/>
              </a:ext>
            </a:extLst>
          </p:cNvPr>
          <p:cNvSpPr txBox="1">
            <a:spLocks noGrp="1"/>
          </p:cNvSpPr>
          <p:nvPr>
            <p:ph type="ftr" sz="quarter" idx="9"/>
          </p:nvPr>
        </p:nvSpPr>
        <p:spPr/>
        <p:txBody>
          <a:bodyPr/>
          <a:lstStyle>
            <a:lvl1pPr>
              <a:defRPr/>
            </a:lvl1pPr>
          </a:lstStyle>
          <a:p>
            <a:pPr lvl="0"/>
            <a:endParaRPr lang="en-US"/>
          </a:p>
        </p:txBody>
      </p:sp>
      <p:sp>
        <p:nvSpPr>
          <p:cNvPr id="7" name="Slide Number Placeholder 6">
            <a:extLst>
              <a:ext uri="{FF2B5EF4-FFF2-40B4-BE49-F238E27FC236}">
                <a16:creationId xmlns:a16="http://schemas.microsoft.com/office/drawing/2014/main" id="{E3CBE3ED-8E60-4AEB-9ABA-B2D5E17F24E0}"/>
              </a:ext>
            </a:extLst>
          </p:cNvPr>
          <p:cNvSpPr txBox="1">
            <a:spLocks noGrp="1"/>
          </p:cNvSpPr>
          <p:nvPr>
            <p:ph type="sldNum" sz="quarter" idx="8"/>
          </p:nvPr>
        </p:nvSpPr>
        <p:spPr/>
        <p:txBody>
          <a:bodyPr/>
          <a:lstStyle>
            <a:lvl1pPr>
              <a:defRPr/>
            </a:lvl1pPr>
          </a:lstStyle>
          <a:p>
            <a:pPr lvl="0"/>
            <a:fld id="{02291AAE-522F-4D42-AFA3-9F8432DC54A4}" type="slidenum">
              <a:t>‹#›</a:t>
            </a:fld>
            <a:endParaRPr lang="en-US"/>
          </a:p>
        </p:txBody>
      </p:sp>
    </p:spTree>
    <p:extLst>
      <p:ext uri="{BB962C8B-B14F-4D97-AF65-F5344CB8AC3E}">
        <p14:creationId xmlns:p14="http://schemas.microsoft.com/office/powerpoint/2010/main" val="36207739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83F46-65E1-4024-9C57-E8C36C236AC3}"/>
              </a:ext>
            </a:extLst>
          </p:cNvPr>
          <p:cNvSpPr txBox="1">
            <a:spLocks noGrp="1"/>
          </p:cNvSpPr>
          <p:nvPr>
            <p:ph type="title"/>
          </p:nvPr>
        </p:nvSpPr>
        <p:spPr>
          <a:xfrm>
            <a:off x="839784" y="365129"/>
            <a:ext cx="10515600" cy="1325559"/>
          </a:xfrm>
        </p:spPr>
        <p:txBody>
          <a:bodyPr/>
          <a:lstStyle>
            <a:lvl1pPr>
              <a:defRPr/>
            </a:lvl1pPr>
          </a:lstStyle>
          <a:p>
            <a:pPr lvl="0"/>
            <a:r>
              <a:rPr lang="en-US"/>
              <a:t>Click to edit Master title style</a:t>
            </a:r>
          </a:p>
        </p:txBody>
      </p:sp>
      <p:sp>
        <p:nvSpPr>
          <p:cNvPr id="3" name="Text Placeholder 2">
            <a:extLst>
              <a:ext uri="{FF2B5EF4-FFF2-40B4-BE49-F238E27FC236}">
                <a16:creationId xmlns:a16="http://schemas.microsoft.com/office/drawing/2014/main" id="{10F85417-C1D7-4C61-9139-422CD1EC44E0}"/>
              </a:ext>
            </a:extLst>
          </p:cNvPr>
          <p:cNvSpPr txBox="1">
            <a:spLocks noGrp="1"/>
          </p:cNvSpPr>
          <p:nvPr>
            <p:ph type="body" idx="1"/>
          </p:nvPr>
        </p:nvSpPr>
        <p:spPr>
          <a:xfrm>
            <a:off x="839784" y="1681160"/>
            <a:ext cx="5157782" cy="823910"/>
          </a:xfrm>
        </p:spPr>
        <p:txBody>
          <a:bodyPr anchor="b"/>
          <a:lstStyle>
            <a:lvl1pPr marL="0" indent="0">
              <a:buNone/>
              <a:defRPr sz="2400" b="1"/>
            </a:lvl1pPr>
          </a:lstStyle>
          <a:p>
            <a:pPr lvl="0"/>
            <a:r>
              <a:rPr lang="en-US"/>
              <a:t>Click to edit Master text styles</a:t>
            </a:r>
          </a:p>
        </p:txBody>
      </p:sp>
      <p:sp>
        <p:nvSpPr>
          <p:cNvPr id="4" name="Content Placeholder 3">
            <a:extLst>
              <a:ext uri="{FF2B5EF4-FFF2-40B4-BE49-F238E27FC236}">
                <a16:creationId xmlns:a16="http://schemas.microsoft.com/office/drawing/2014/main" id="{44E42E2C-7FF1-4FD1-B414-6859AB325CC2}"/>
              </a:ext>
            </a:extLst>
          </p:cNvPr>
          <p:cNvSpPr txBox="1">
            <a:spLocks noGrp="1"/>
          </p:cNvSpPr>
          <p:nvPr>
            <p:ph idx="2"/>
          </p:nvPr>
        </p:nvSpPr>
        <p:spPr>
          <a:xfrm>
            <a:off x="839784" y="2505071"/>
            <a:ext cx="5157782" cy="3684583"/>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B7B72EC-FD17-41E3-800B-7EEDB5E34F01}"/>
              </a:ext>
            </a:extLst>
          </p:cNvPr>
          <p:cNvSpPr txBox="1">
            <a:spLocks noGrp="1"/>
          </p:cNvSpPr>
          <p:nvPr>
            <p:ph type="body" idx="3"/>
          </p:nvPr>
        </p:nvSpPr>
        <p:spPr>
          <a:xfrm>
            <a:off x="6172200" y="1681160"/>
            <a:ext cx="5183184" cy="823910"/>
          </a:xfrm>
        </p:spPr>
        <p:txBody>
          <a:bodyPr anchor="b"/>
          <a:lstStyle>
            <a:lvl1pPr marL="0" indent="0">
              <a:buNone/>
              <a:defRPr sz="2400" b="1"/>
            </a:lvl1pPr>
          </a:lstStyle>
          <a:p>
            <a:pPr lvl="0"/>
            <a:r>
              <a:rPr lang="en-US"/>
              <a:t>Click to edit Master text styles</a:t>
            </a:r>
          </a:p>
        </p:txBody>
      </p:sp>
      <p:sp>
        <p:nvSpPr>
          <p:cNvPr id="6" name="Content Placeholder 5">
            <a:extLst>
              <a:ext uri="{FF2B5EF4-FFF2-40B4-BE49-F238E27FC236}">
                <a16:creationId xmlns:a16="http://schemas.microsoft.com/office/drawing/2014/main" id="{0440D5E9-2E31-4992-B2FC-CF0B89EF29C8}"/>
              </a:ext>
            </a:extLst>
          </p:cNvPr>
          <p:cNvSpPr txBox="1">
            <a:spLocks noGrp="1"/>
          </p:cNvSpPr>
          <p:nvPr>
            <p:ph idx="4"/>
          </p:nvPr>
        </p:nvSpPr>
        <p:spPr>
          <a:xfrm>
            <a:off x="6172200" y="2505071"/>
            <a:ext cx="5183184" cy="3684583"/>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3CE8798-9212-42F0-AC62-8003DF7B0A98}"/>
              </a:ext>
            </a:extLst>
          </p:cNvPr>
          <p:cNvSpPr txBox="1">
            <a:spLocks noGrp="1"/>
          </p:cNvSpPr>
          <p:nvPr>
            <p:ph type="dt" sz="half" idx="7"/>
          </p:nvPr>
        </p:nvSpPr>
        <p:spPr/>
        <p:txBody>
          <a:bodyPr/>
          <a:lstStyle>
            <a:lvl1pPr>
              <a:defRPr/>
            </a:lvl1pPr>
          </a:lstStyle>
          <a:p>
            <a:pPr lvl="0"/>
            <a:fld id="{D0E0F18D-1183-4888-A2DF-0B868FFDDF88}" type="datetime1">
              <a:rPr lang="en-US"/>
              <a:pPr lvl="0"/>
              <a:t>4/27/2026</a:t>
            </a:fld>
            <a:endParaRPr lang="en-US"/>
          </a:p>
        </p:txBody>
      </p:sp>
      <p:sp>
        <p:nvSpPr>
          <p:cNvPr id="8" name="Footer Placeholder 7">
            <a:extLst>
              <a:ext uri="{FF2B5EF4-FFF2-40B4-BE49-F238E27FC236}">
                <a16:creationId xmlns:a16="http://schemas.microsoft.com/office/drawing/2014/main" id="{812EA93C-9BBA-49CD-B794-5D885CE2BABE}"/>
              </a:ext>
            </a:extLst>
          </p:cNvPr>
          <p:cNvSpPr txBox="1">
            <a:spLocks noGrp="1"/>
          </p:cNvSpPr>
          <p:nvPr>
            <p:ph type="ftr" sz="quarter" idx="9"/>
          </p:nvPr>
        </p:nvSpPr>
        <p:spPr/>
        <p:txBody>
          <a:bodyPr/>
          <a:lstStyle>
            <a:lvl1pPr>
              <a:defRPr/>
            </a:lvl1pPr>
          </a:lstStyle>
          <a:p>
            <a:pPr lvl="0"/>
            <a:endParaRPr lang="en-US"/>
          </a:p>
        </p:txBody>
      </p:sp>
      <p:sp>
        <p:nvSpPr>
          <p:cNvPr id="9" name="Slide Number Placeholder 8">
            <a:extLst>
              <a:ext uri="{FF2B5EF4-FFF2-40B4-BE49-F238E27FC236}">
                <a16:creationId xmlns:a16="http://schemas.microsoft.com/office/drawing/2014/main" id="{E5B3EE76-D747-4797-899E-596AE83ADF9F}"/>
              </a:ext>
            </a:extLst>
          </p:cNvPr>
          <p:cNvSpPr txBox="1">
            <a:spLocks noGrp="1"/>
          </p:cNvSpPr>
          <p:nvPr>
            <p:ph type="sldNum" sz="quarter" idx="8"/>
          </p:nvPr>
        </p:nvSpPr>
        <p:spPr/>
        <p:txBody>
          <a:bodyPr/>
          <a:lstStyle>
            <a:lvl1pPr>
              <a:defRPr/>
            </a:lvl1pPr>
          </a:lstStyle>
          <a:p>
            <a:pPr lvl="0"/>
            <a:fld id="{F7DC73BE-BA56-4216-AC74-488F091A3242}" type="slidenum">
              <a:t>‹#›</a:t>
            </a:fld>
            <a:endParaRPr lang="en-US"/>
          </a:p>
        </p:txBody>
      </p:sp>
    </p:spTree>
    <p:extLst>
      <p:ext uri="{BB962C8B-B14F-4D97-AF65-F5344CB8AC3E}">
        <p14:creationId xmlns:p14="http://schemas.microsoft.com/office/powerpoint/2010/main" val="33688307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3F0A6-8BBF-43DE-8EA2-40998B3A46F7}"/>
              </a:ext>
            </a:extLst>
          </p:cNvPr>
          <p:cNvSpPr txBox="1">
            <a:spLocks noGrp="1"/>
          </p:cNvSpPr>
          <p:nvPr>
            <p:ph type="title"/>
          </p:nvPr>
        </p:nvSpPr>
        <p:spPr/>
        <p:txBody>
          <a:bodyPr/>
          <a:lstStyle>
            <a:lvl1pPr>
              <a:defRPr/>
            </a:lvl1pPr>
          </a:lstStyle>
          <a:p>
            <a:pPr lvl="0"/>
            <a:r>
              <a:rPr lang="en-US"/>
              <a:t>Click to edit Master title style</a:t>
            </a:r>
          </a:p>
        </p:txBody>
      </p:sp>
      <p:sp>
        <p:nvSpPr>
          <p:cNvPr id="3" name="Date Placeholder 2">
            <a:extLst>
              <a:ext uri="{FF2B5EF4-FFF2-40B4-BE49-F238E27FC236}">
                <a16:creationId xmlns:a16="http://schemas.microsoft.com/office/drawing/2014/main" id="{E1028798-A29D-4965-920E-4ED4EE6C0513}"/>
              </a:ext>
            </a:extLst>
          </p:cNvPr>
          <p:cNvSpPr txBox="1">
            <a:spLocks noGrp="1"/>
          </p:cNvSpPr>
          <p:nvPr>
            <p:ph type="dt" sz="half" idx="7"/>
          </p:nvPr>
        </p:nvSpPr>
        <p:spPr/>
        <p:txBody>
          <a:bodyPr/>
          <a:lstStyle>
            <a:lvl1pPr>
              <a:defRPr/>
            </a:lvl1pPr>
          </a:lstStyle>
          <a:p>
            <a:pPr lvl="0"/>
            <a:fld id="{D9A110F6-6C47-464C-9D14-68064E8AD8EB}" type="datetime1">
              <a:rPr lang="en-US"/>
              <a:pPr lvl="0"/>
              <a:t>4/27/2026</a:t>
            </a:fld>
            <a:endParaRPr lang="en-US"/>
          </a:p>
        </p:txBody>
      </p:sp>
      <p:sp>
        <p:nvSpPr>
          <p:cNvPr id="4" name="Footer Placeholder 3">
            <a:extLst>
              <a:ext uri="{FF2B5EF4-FFF2-40B4-BE49-F238E27FC236}">
                <a16:creationId xmlns:a16="http://schemas.microsoft.com/office/drawing/2014/main" id="{2B462AFE-E3E8-4D5B-9F04-8F75F16CFFDA}"/>
              </a:ext>
            </a:extLst>
          </p:cNvPr>
          <p:cNvSpPr txBox="1">
            <a:spLocks noGrp="1"/>
          </p:cNvSpPr>
          <p:nvPr>
            <p:ph type="ftr" sz="quarter" idx="9"/>
          </p:nvPr>
        </p:nvSpPr>
        <p:spPr/>
        <p:txBody>
          <a:bodyPr/>
          <a:lstStyle>
            <a:lvl1pPr>
              <a:defRPr/>
            </a:lvl1pPr>
          </a:lstStyle>
          <a:p>
            <a:pPr lvl="0"/>
            <a:endParaRPr lang="en-US"/>
          </a:p>
        </p:txBody>
      </p:sp>
      <p:sp>
        <p:nvSpPr>
          <p:cNvPr id="5" name="Slide Number Placeholder 4">
            <a:extLst>
              <a:ext uri="{FF2B5EF4-FFF2-40B4-BE49-F238E27FC236}">
                <a16:creationId xmlns:a16="http://schemas.microsoft.com/office/drawing/2014/main" id="{A6141EA0-457F-46C2-9408-F0BDAC47F3B9}"/>
              </a:ext>
            </a:extLst>
          </p:cNvPr>
          <p:cNvSpPr txBox="1">
            <a:spLocks noGrp="1"/>
          </p:cNvSpPr>
          <p:nvPr>
            <p:ph type="sldNum" sz="quarter" idx="8"/>
          </p:nvPr>
        </p:nvSpPr>
        <p:spPr/>
        <p:txBody>
          <a:bodyPr/>
          <a:lstStyle>
            <a:lvl1pPr>
              <a:defRPr/>
            </a:lvl1pPr>
          </a:lstStyle>
          <a:p>
            <a:pPr lvl="0"/>
            <a:fld id="{B11EE2ED-8E56-4731-9104-F0AB5C156054}" type="slidenum">
              <a:t>‹#›</a:t>
            </a:fld>
            <a:endParaRPr lang="en-US"/>
          </a:p>
        </p:txBody>
      </p:sp>
    </p:spTree>
    <p:extLst>
      <p:ext uri="{BB962C8B-B14F-4D97-AF65-F5344CB8AC3E}">
        <p14:creationId xmlns:p14="http://schemas.microsoft.com/office/powerpoint/2010/main" val="732667780"/>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AC05E1B-FA7D-4557-B65F-DBA0A2F8E8C8}"/>
              </a:ext>
            </a:extLst>
          </p:cNvPr>
          <p:cNvSpPr txBox="1">
            <a:spLocks noGrp="1"/>
          </p:cNvSpPr>
          <p:nvPr>
            <p:ph type="dt" sz="half" idx="7"/>
          </p:nvPr>
        </p:nvSpPr>
        <p:spPr/>
        <p:txBody>
          <a:bodyPr/>
          <a:lstStyle>
            <a:lvl1pPr>
              <a:defRPr/>
            </a:lvl1pPr>
          </a:lstStyle>
          <a:p>
            <a:pPr lvl="0"/>
            <a:fld id="{95B522A5-E5BC-43CE-9C2C-3D97B922FE40}" type="datetime1">
              <a:rPr lang="en-US"/>
              <a:pPr lvl="0"/>
              <a:t>4/27/2026</a:t>
            </a:fld>
            <a:endParaRPr lang="en-US"/>
          </a:p>
        </p:txBody>
      </p:sp>
      <p:sp>
        <p:nvSpPr>
          <p:cNvPr id="3" name="Footer Placeholder 2">
            <a:extLst>
              <a:ext uri="{FF2B5EF4-FFF2-40B4-BE49-F238E27FC236}">
                <a16:creationId xmlns:a16="http://schemas.microsoft.com/office/drawing/2014/main" id="{17EFEEBF-053C-40AA-9027-494ADA6E7B24}"/>
              </a:ext>
            </a:extLst>
          </p:cNvPr>
          <p:cNvSpPr txBox="1">
            <a:spLocks noGrp="1"/>
          </p:cNvSpPr>
          <p:nvPr>
            <p:ph type="ftr" sz="quarter" idx="9"/>
          </p:nvPr>
        </p:nvSpPr>
        <p:spPr/>
        <p:txBody>
          <a:bodyPr/>
          <a:lstStyle>
            <a:lvl1pPr>
              <a:defRPr/>
            </a:lvl1pPr>
          </a:lstStyle>
          <a:p>
            <a:pPr lvl="0"/>
            <a:endParaRPr lang="en-US"/>
          </a:p>
        </p:txBody>
      </p:sp>
      <p:sp>
        <p:nvSpPr>
          <p:cNvPr id="4" name="Slide Number Placeholder 3">
            <a:extLst>
              <a:ext uri="{FF2B5EF4-FFF2-40B4-BE49-F238E27FC236}">
                <a16:creationId xmlns:a16="http://schemas.microsoft.com/office/drawing/2014/main" id="{073B216B-94A0-4601-A0FD-4AB0E1447D7A}"/>
              </a:ext>
            </a:extLst>
          </p:cNvPr>
          <p:cNvSpPr txBox="1">
            <a:spLocks noGrp="1"/>
          </p:cNvSpPr>
          <p:nvPr>
            <p:ph type="sldNum" sz="quarter" idx="8"/>
          </p:nvPr>
        </p:nvSpPr>
        <p:spPr/>
        <p:txBody>
          <a:bodyPr/>
          <a:lstStyle>
            <a:lvl1pPr>
              <a:defRPr/>
            </a:lvl1pPr>
          </a:lstStyle>
          <a:p>
            <a:pPr lvl="0"/>
            <a:fld id="{F52AA05B-DD1F-4A61-BB83-2B182372435D}" type="slidenum">
              <a:t>‹#›</a:t>
            </a:fld>
            <a:endParaRPr lang="en-US"/>
          </a:p>
        </p:txBody>
      </p:sp>
    </p:spTree>
    <p:extLst>
      <p:ext uri="{BB962C8B-B14F-4D97-AF65-F5344CB8AC3E}">
        <p14:creationId xmlns:p14="http://schemas.microsoft.com/office/powerpoint/2010/main" val="4285805065"/>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9F187-CF51-41B5-A0D8-9C9853A38A98}"/>
              </a:ext>
            </a:extLst>
          </p:cNvPr>
          <p:cNvSpPr txBox="1">
            <a:spLocks noGrp="1"/>
          </p:cNvSpPr>
          <p:nvPr>
            <p:ph type="title"/>
          </p:nvPr>
        </p:nvSpPr>
        <p:spPr>
          <a:xfrm>
            <a:off x="839784" y="457200"/>
            <a:ext cx="3932240" cy="1600200"/>
          </a:xfrm>
        </p:spPr>
        <p:txBody>
          <a:bodyPr anchor="b"/>
          <a:lstStyle>
            <a:lvl1pPr>
              <a:defRPr sz="3200"/>
            </a:lvl1pPr>
          </a:lstStyle>
          <a:p>
            <a:pPr lvl="0"/>
            <a:r>
              <a:rPr lang="en-US"/>
              <a:t>Click to edit Master title style</a:t>
            </a:r>
          </a:p>
        </p:txBody>
      </p:sp>
      <p:sp>
        <p:nvSpPr>
          <p:cNvPr id="3" name="Content Placeholder 2">
            <a:extLst>
              <a:ext uri="{FF2B5EF4-FFF2-40B4-BE49-F238E27FC236}">
                <a16:creationId xmlns:a16="http://schemas.microsoft.com/office/drawing/2014/main" id="{F81F5BD5-C476-4111-BAD0-5D4A62D0E7ED}"/>
              </a:ext>
            </a:extLst>
          </p:cNvPr>
          <p:cNvSpPr txBox="1">
            <a:spLocks noGrp="1"/>
          </p:cNvSpPr>
          <p:nvPr>
            <p:ph idx="1"/>
          </p:nvPr>
        </p:nvSpPr>
        <p:spPr>
          <a:xfrm>
            <a:off x="5183184" y="987423"/>
            <a:ext cx="6172200" cy="4873623"/>
          </a:xfrm>
        </p:spPr>
        <p:txBody>
          <a:bodyPr/>
          <a:lstStyle>
            <a:lvl1pPr>
              <a:defRPr sz="3200"/>
            </a:lvl1pPr>
            <a:lvl2pPr>
              <a:defRPr sz="2800"/>
            </a:lvl2pPr>
            <a:lvl3pPr>
              <a:defRPr sz="24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635D990-2C0B-4592-8943-3FB1BE552C39}"/>
              </a:ext>
            </a:extLst>
          </p:cNvPr>
          <p:cNvSpPr txBox="1">
            <a:spLocks noGrp="1"/>
          </p:cNvSpPr>
          <p:nvPr>
            <p:ph type="body" idx="2"/>
          </p:nvPr>
        </p:nvSpPr>
        <p:spPr>
          <a:xfrm>
            <a:off x="839784" y="2057400"/>
            <a:ext cx="3932240" cy="3811584"/>
          </a:xfrm>
        </p:spPr>
        <p:txBody>
          <a:bodyPr/>
          <a:lstStyle>
            <a:lvl1pPr marL="0" indent="0">
              <a:buNone/>
              <a:defRPr sz="1600"/>
            </a:lvl1pPr>
          </a:lstStyle>
          <a:p>
            <a:pPr lvl="0"/>
            <a:r>
              <a:rPr lang="en-US"/>
              <a:t>Click to edit Master text styles</a:t>
            </a:r>
          </a:p>
        </p:txBody>
      </p:sp>
      <p:sp>
        <p:nvSpPr>
          <p:cNvPr id="5" name="Date Placeholder 4">
            <a:extLst>
              <a:ext uri="{FF2B5EF4-FFF2-40B4-BE49-F238E27FC236}">
                <a16:creationId xmlns:a16="http://schemas.microsoft.com/office/drawing/2014/main" id="{7A976AFF-78F4-474D-9E22-40DCBD533169}"/>
              </a:ext>
            </a:extLst>
          </p:cNvPr>
          <p:cNvSpPr txBox="1">
            <a:spLocks noGrp="1"/>
          </p:cNvSpPr>
          <p:nvPr>
            <p:ph type="dt" sz="half" idx="7"/>
          </p:nvPr>
        </p:nvSpPr>
        <p:spPr/>
        <p:txBody>
          <a:bodyPr/>
          <a:lstStyle>
            <a:lvl1pPr>
              <a:defRPr/>
            </a:lvl1pPr>
          </a:lstStyle>
          <a:p>
            <a:pPr lvl="0"/>
            <a:fld id="{EDD32954-54CE-4BC0-8603-E2C1246A3570}" type="datetime1">
              <a:rPr lang="en-US"/>
              <a:pPr lvl="0"/>
              <a:t>4/27/2026</a:t>
            </a:fld>
            <a:endParaRPr lang="en-US"/>
          </a:p>
        </p:txBody>
      </p:sp>
      <p:sp>
        <p:nvSpPr>
          <p:cNvPr id="6" name="Footer Placeholder 5">
            <a:extLst>
              <a:ext uri="{FF2B5EF4-FFF2-40B4-BE49-F238E27FC236}">
                <a16:creationId xmlns:a16="http://schemas.microsoft.com/office/drawing/2014/main" id="{8104FE72-28EB-4F47-9B30-FDB35FAC5204}"/>
              </a:ext>
            </a:extLst>
          </p:cNvPr>
          <p:cNvSpPr txBox="1">
            <a:spLocks noGrp="1"/>
          </p:cNvSpPr>
          <p:nvPr>
            <p:ph type="ftr" sz="quarter" idx="9"/>
          </p:nvPr>
        </p:nvSpPr>
        <p:spPr/>
        <p:txBody>
          <a:bodyPr/>
          <a:lstStyle>
            <a:lvl1pPr>
              <a:defRPr/>
            </a:lvl1pPr>
          </a:lstStyle>
          <a:p>
            <a:pPr lvl="0"/>
            <a:endParaRPr lang="en-US"/>
          </a:p>
        </p:txBody>
      </p:sp>
      <p:sp>
        <p:nvSpPr>
          <p:cNvPr id="7" name="Slide Number Placeholder 6">
            <a:extLst>
              <a:ext uri="{FF2B5EF4-FFF2-40B4-BE49-F238E27FC236}">
                <a16:creationId xmlns:a16="http://schemas.microsoft.com/office/drawing/2014/main" id="{2378E307-ADB5-4309-8967-FA9F58C0FE62}"/>
              </a:ext>
            </a:extLst>
          </p:cNvPr>
          <p:cNvSpPr txBox="1">
            <a:spLocks noGrp="1"/>
          </p:cNvSpPr>
          <p:nvPr>
            <p:ph type="sldNum" sz="quarter" idx="8"/>
          </p:nvPr>
        </p:nvSpPr>
        <p:spPr/>
        <p:txBody>
          <a:bodyPr/>
          <a:lstStyle>
            <a:lvl1pPr>
              <a:defRPr/>
            </a:lvl1pPr>
          </a:lstStyle>
          <a:p>
            <a:pPr lvl="0"/>
            <a:fld id="{78BE4BA3-0B83-46D8-8D17-0C237866F75A}" type="slidenum">
              <a:t>‹#›</a:t>
            </a:fld>
            <a:endParaRPr lang="en-US"/>
          </a:p>
        </p:txBody>
      </p:sp>
    </p:spTree>
    <p:extLst>
      <p:ext uri="{BB962C8B-B14F-4D97-AF65-F5344CB8AC3E}">
        <p14:creationId xmlns:p14="http://schemas.microsoft.com/office/powerpoint/2010/main" val="30946700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7B6B6-978F-44E4-AA48-C70538C2A43F}"/>
              </a:ext>
            </a:extLst>
          </p:cNvPr>
          <p:cNvSpPr txBox="1">
            <a:spLocks noGrp="1"/>
          </p:cNvSpPr>
          <p:nvPr>
            <p:ph type="title"/>
          </p:nvPr>
        </p:nvSpPr>
        <p:spPr>
          <a:xfrm>
            <a:off x="839784" y="457200"/>
            <a:ext cx="3932240" cy="1600200"/>
          </a:xfrm>
        </p:spPr>
        <p:txBody>
          <a:bodyPr anchor="b"/>
          <a:lstStyle>
            <a:lvl1pPr>
              <a:defRPr sz="3200"/>
            </a:lvl1pPr>
          </a:lstStyle>
          <a:p>
            <a:pPr lvl="0"/>
            <a:r>
              <a:rPr lang="en-US"/>
              <a:t>Click to edit Master title style</a:t>
            </a:r>
          </a:p>
        </p:txBody>
      </p:sp>
      <p:sp>
        <p:nvSpPr>
          <p:cNvPr id="3" name="Picture Placeholder 2">
            <a:extLst>
              <a:ext uri="{FF2B5EF4-FFF2-40B4-BE49-F238E27FC236}">
                <a16:creationId xmlns:a16="http://schemas.microsoft.com/office/drawing/2014/main" id="{C8D24D78-78BA-43E7-8EBC-289677184C85}"/>
              </a:ext>
            </a:extLst>
          </p:cNvPr>
          <p:cNvSpPr txBox="1">
            <a:spLocks noGrp="1"/>
          </p:cNvSpPr>
          <p:nvPr>
            <p:ph type="pic" idx="1"/>
          </p:nvPr>
        </p:nvSpPr>
        <p:spPr>
          <a:xfrm>
            <a:off x="5183184" y="987423"/>
            <a:ext cx="6172200" cy="4873623"/>
          </a:xfrm>
        </p:spPr>
        <p:txBody>
          <a:bodyPr/>
          <a:lstStyle>
            <a:lvl1pPr marL="0" indent="0">
              <a:buNone/>
              <a:defRPr sz="3200"/>
            </a:lvl1pPr>
          </a:lstStyle>
          <a:p>
            <a:pPr lvl="0"/>
            <a:endParaRPr lang="en-US"/>
          </a:p>
        </p:txBody>
      </p:sp>
      <p:sp>
        <p:nvSpPr>
          <p:cNvPr id="4" name="Text Placeholder 3">
            <a:extLst>
              <a:ext uri="{FF2B5EF4-FFF2-40B4-BE49-F238E27FC236}">
                <a16:creationId xmlns:a16="http://schemas.microsoft.com/office/drawing/2014/main" id="{121D83B0-4926-41A5-B684-AF3877E42571}"/>
              </a:ext>
            </a:extLst>
          </p:cNvPr>
          <p:cNvSpPr txBox="1">
            <a:spLocks noGrp="1"/>
          </p:cNvSpPr>
          <p:nvPr>
            <p:ph type="body" idx="2"/>
          </p:nvPr>
        </p:nvSpPr>
        <p:spPr>
          <a:xfrm>
            <a:off x="839784" y="2057400"/>
            <a:ext cx="3932240" cy="3811584"/>
          </a:xfrm>
        </p:spPr>
        <p:txBody>
          <a:bodyPr/>
          <a:lstStyle>
            <a:lvl1pPr marL="0" indent="0">
              <a:buNone/>
              <a:defRPr sz="1600"/>
            </a:lvl1pPr>
          </a:lstStyle>
          <a:p>
            <a:pPr lvl="0"/>
            <a:r>
              <a:rPr lang="en-US"/>
              <a:t>Click to edit Master text styles</a:t>
            </a:r>
          </a:p>
        </p:txBody>
      </p:sp>
      <p:sp>
        <p:nvSpPr>
          <p:cNvPr id="5" name="Date Placeholder 4">
            <a:extLst>
              <a:ext uri="{FF2B5EF4-FFF2-40B4-BE49-F238E27FC236}">
                <a16:creationId xmlns:a16="http://schemas.microsoft.com/office/drawing/2014/main" id="{5C9CD31F-CAC9-4035-9F4A-68F2104FB7AB}"/>
              </a:ext>
            </a:extLst>
          </p:cNvPr>
          <p:cNvSpPr txBox="1">
            <a:spLocks noGrp="1"/>
          </p:cNvSpPr>
          <p:nvPr>
            <p:ph type="dt" sz="half" idx="7"/>
          </p:nvPr>
        </p:nvSpPr>
        <p:spPr/>
        <p:txBody>
          <a:bodyPr/>
          <a:lstStyle>
            <a:lvl1pPr>
              <a:defRPr/>
            </a:lvl1pPr>
          </a:lstStyle>
          <a:p>
            <a:pPr lvl="0"/>
            <a:fld id="{D9B0DB3A-5C88-4B3C-9361-C39B7D202A07}" type="datetime1">
              <a:rPr lang="en-US"/>
              <a:pPr lvl="0"/>
              <a:t>4/27/2026</a:t>
            </a:fld>
            <a:endParaRPr lang="en-US"/>
          </a:p>
        </p:txBody>
      </p:sp>
      <p:sp>
        <p:nvSpPr>
          <p:cNvPr id="6" name="Footer Placeholder 5">
            <a:extLst>
              <a:ext uri="{FF2B5EF4-FFF2-40B4-BE49-F238E27FC236}">
                <a16:creationId xmlns:a16="http://schemas.microsoft.com/office/drawing/2014/main" id="{1CF39E85-C185-4660-9E6F-E3094782B1A6}"/>
              </a:ext>
            </a:extLst>
          </p:cNvPr>
          <p:cNvSpPr txBox="1">
            <a:spLocks noGrp="1"/>
          </p:cNvSpPr>
          <p:nvPr>
            <p:ph type="ftr" sz="quarter" idx="9"/>
          </p:nvPr>
        </p:nvSpPr>
        <p:spPr/>
        <p:txBody>
          <a:bodyPr/>
          <a:lstStyle>
            <a:lvl1pPr>
              <a:defRPr/>
            </a:lvl1pPr>
          </a:lstStyle>
          <a:p>
            <a:pPr lvl="0"/>
            <a:endParaRPr lang="en-US"/>
          </a:p>
        </p:txBody>
      </p:sp>
      <p:sp>
        <p:nvSpPr>
          <p:cNvPr id="7" name="Slide Number Placeholder 6">
            <a:extLst>
              <a:ext uri="{FF2B5EF4-FFF2-40B4-BE49-F238E27FC236}">
                <a16:creationId xmlns:a16="http://schemas.microsoft.com/office/drawing/2014/main" id="{EC695D91-8EAE-43BB-B088-BBEDF8C3EDAA}"/>
              </a:ext>
            </a:extLst>
          </p:cNvPr>
          <p:cNvSpPr txBox="1">
            <a:spLocks noGrp="1"/>
          </p:cNvSpPr>
          <p:nvPr>
            <p:ph type="sldNum" sz="quarter" idx="8"/>
          </p:nvPr>
        </p:nvSpPr>
        <p:spPr/>
        <p:txBody>
          <a:bodyPr/>
          <a:lstStyle>
            <a:lvl1pPr>
              <a:defRPr/>
            </a:lvl1pPr>
          </a:lstStyle>
          <a:p>
            <a:pPr lvl="0"/>
            <a:fld id="{3D6C83A3-C7DB-4384-8372-93DC2AE0DC70}" type="slidenum">
              <a:t>‹#›</a:t>
            </a:fld>
            <a:endParaRPr lang="en-US"/>
          </a:p>
        </p:txBody>
      </p:sp>
    </p:spTree>
    <p:extLst>
      <p:ext uri="{BB962C8B-B14F-4D97-AF65-F5344CB8AC3E}">
        <p14:creationId xmlns:p14="http://schemas.microsoft.com/office/powerpoint/2010/main" val="31332208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37291-363F-4147-BFF5-820F116806B8}"/>
              </a:ext>
            </a:extLst>
          </p:cNvPr>
          <p:cNvSpPr txBox="1">
            <a:spLocks noGrp="1"/>
          </p:cNvSpPr>
          <p:nvPr>
            <p:ph type="title"/>
          </p:nvPr>
        </p:nvSpPr>
        <p:spPr/>
        <p:txBody>
          <a:bodyPr/>
          <a:lstStyle>
            <a:lvl1pPr>
              <a:defRPr/>
            </a:lvl1pPr>
          </a:lstStyle>
          <a:p>
            <a:pPr lvl="0"/>
            <a:r>
              <a:rPr lang="en-US"/>
              <a:t>Click to edit Master title style</a:t>
            </a:r>
          </a:p>
        </p:txBody>
      </p:sp>
      <p:sp>
        <p:nvSpPr>
          <p:cNvPr id="3" name="Vertical Text Placeholder 2">
            <a:extLst>
              <a:ext uri="{FF2B5EF4-FFF2-40B4-BE49-F238E27FC236}">
                <a16:creationId xmlns:a16="http://schemas.microsoft.com/office/drawing/2014/main" id="{DDA1D718-D0F8-468B-BFE4-215C22A5F927}"/>
              </a:ext>
            </a:extLst>
          </p:cNvPr>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2F5A9D-92CE-40E3-9B5B-C22F1FE9391E}"/>
              </a:ext>
            </a:extLst>
          </p:cNvPr>
          <p:cNvSpPr txBox="1">
            <a:spLocks noGrp="1"/>
          </p:cNvSpPr>
          <p:nvPr>
            <p:ph type="dt" sz="half" idx="7"/>
          </p:nvPr>
        </p:nvSpPr>
        <p:spPr/>
        <p:txBody>
          <a:bodyPr/>
          <a:lstStyle>
            <a:lvl1pPr>
              <a:defRPr/>
            </a:lvl1pPr>
          </a:lstStyle>
          <a:p>
            <a:pPr lvl="0"/>
            <a:fld id="{3F385A4D-65E1-4154-90CB-DA672A1C3962}" type="datetime1">
              <a:rPr lang="en-US"/>
              <a:pPr lvl="0"/>
              <a:t>4/27/2026</a:t>
            </a:fld>
            <a:endParaRPr lang="en-US"/>
          </a:p>
        </p:txBody>
      </p:sp>
      <p:sp>
        <p:nvSpPr>
          <p:cNvPr id="5" name="Footer Placeholder 4">
            <a:extLst>
              <a:ext uri="{FF2B5EF4-FFF2-40B4-BE49-F238E27FC236}">
                <a16:creationId xmlns:a16="http://schemas.microsoft.com/office/drawing/2014/main" id="{95DD8860-867C-4143-9A3A-0D5AA224DD97}"/>
              </a:ext>
            </a:extLst>
          </p:cNvPr>
          <p:cNvSpPr txBox="1">
            <a:spLocks noGrp="1"/>
          </p:cNvSpPr>
          <p:nvPr>
            <p:ph type="ftr" sz="quarter" idx="9"/>
          </p:nvPr>
        </p:nvSpPr>
        <p:spPr/>
        <p:txBody>
          <a:bodyPr/>
          <a:lstStyle>
            <a:lvl1pPr>
              <a:defRPr/>
            </a:lvl1pPr>
          </a:lstStyle>
          <a:p>
            <a:pPr lvl="0"/>
            <a:endParaRPr lang="en-US"/>
          </a:p>
        </p:txBody>
      </p:sp>
      <p:sp>
        <p:nvSpPr>
          <p:cNvPr id="6" name="Slide Number Placeholder 5">
            <a:extLst>
              <a:ext uri="{FF2B5EF4-FFF2-40B4-BE49-F238E27FC236}">
                <a16:creationId xmlns:a16="http://schemas.microsoft.com/office/drawing/2014/main" id="{87102211-98E3-4542-9DC5-C2CFC6A3F25A}"/>
              </a:ext>
            </a:extLst>
          </p:cNvPr>
          <p:cNvSpPr txBox="1">
            <a:spLocks noGrp="1"/>
          </p:cNvSpPr>
          <p:nvPr>
            <p:ph type="sldNum" sz="quarter" idx="8"/>
          </p:nvPr>
        </p:nvSpPr>
        <p:spPr/>
        <p:txBody>
          <a:bodyPr/>
          <a:lstStyle>
            <a:lvl1pPr>
              <a:defRPr/>
            </a:lvl1pPr>
          </a:lstStyle>
          <a:p>
            <a:pPr lvl="0"/>
            <a:fld id="{59F86098-1495-40CC-B1DF-41DA020A2C24}" type="slidenum">
              <a:t>‹#›</a:t>
            </a:fld>
            <a:endParaRPr lang="en-US"/>
          </a:p>
        </p:txBody>
      </p:sp>
    </p:spTree>
    <p:extLst>
      <p:ext uri="{BB962C8B-B14F-4D97-AF65-F5344CB8AC3E}">
        <p14:creationId xmlns:p14="http://schemas.microsoft.com/office/powerpoint/2010/main" val="4577480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A6D83E5-A143-4BE2-8A4D-CE466171DED4}"/>
              </a:ext>
            </a:extLst>
          </p:cNvPr>
          <p:cNvSpPr txBox="1">
            <a:spLocks noGrp="1"/>
          </p:cNvSpPr>
          <p:nvPr>
            <p:ph type="title" orient="vert"/>
          </p:nvPr>
        </p:nvSpPr>
        <p:spPr>
          <a:xfrm>
            <a:off x="8724903" y="365129"/>
            <a:ext cx="2628899" cy="5811834"/>
          </a:xfrm>
        </p:spPr>
        <p:txBody>
          <a:bodyPr vert="eaVert"/>
          <a:lstStyle>
            <a:lvl1pPr>
              <a:defRPr/>
            </a:lvl1pPr>
          </a:lstStyle>
          <a:p>
            <a:pPr lvl="0"/>
            <a:r>
              <a:rPr lang="en-US"/>
              <a:t>Click to edit Master title style</a:t>
            </a:r>
          </a:p>
        </p:txBody>
      </p:sp>
      <p:sp>
        <p:nvSpPr>
          <p:cNvPr id="3" name="Vertical Text Placeholder 2">
            <a:extLst>
              <a:ext uri="{FF2B5EF4-FFF2-40B4-BE49-F238E27FC236}">
                <a16:creationId xmlns:a16="http://schemas.microsoft.com/office/drawing/2014/main" id="{08FE0FED-2674-4648-9976-2918079F446F}"/>
              </a:ext>
            </a:extLst>
          </p:cNvPr>
          <p:cNvSpPr txBox="1">
            <a:spLocks noGrp="1"/>
          </p:cNvSpPr>
          <p:nvPr>
            <p:ph type="body" orient="vert" idx="1"/>
          </p:nvPr>
        </p:nvSpPr>
        <p:spPr>
          <a:xfrm>
            <a:off x="838203" y="365129"/>
            <a:ext cx="7734296" cy="5811834"/>
          </a:xfrm>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8E7E18-32C9-4ECA-A801-05D9FCEB8BF3}"/>
              </a:ext>
            </a:extLst>
          </p:cNvPr>
          <p:cNvSpPr txBox="1">
            <a:spLocks noGrp="1"/>
          </p:cNvSpPr>
          <p:nvPr>
            <p:ph type="dt" sz="half" idx="7"/>
          </p:nvPr>
        </p:nvSpPr>
        <p:spPr/>
        <p:txBody>
          <a:bodyPr/>
          <a:lstStyle>
            <a:lvl1pPr>
              <a:defRPr/>
            </a:lvl1pPr>
          </a:lstStyle>
          <a:p>
            <a:pPr lvl="0"/>
            <a:fld id="{DE71E104-0A24-43EF-81F1-6D8F523797FB}" type="datetime1">
              <a:rPr lang="en-US"/>
              <a:pPr lvl="0"/>
              <a:t>4/27/2026</a:t>
            </a:fld>
            <a:endParaRPr lang="en-US"/>
          </a:p>
        </p:txBody>
      </p:sp>
      <p:sp>
        <p:nvSpPr>
          <p:cNvPr id="5" name="Footer Placeholder 4">
            <a:extLst>
              <a:ext uri="{FF2B5EF4-FFF2-40B4-BE49-F238E27FC236}">
                <a16:creationId xmlns:a16="http://schemas.microsoft.com/office/drawing/2014/main" id="{B2CCED3E-C721-485A-B754-7B2C81D92264}"/>
              </a:ext>
            </a:extLst>
          </p:cNvPr>
          <p:cNvSpPr txBox="1">
            <a:spLocks noGrp="1"/>
          </p:cNvSpPr>
          <p:nvPr>
            <p:ph type="ftr" sz="quarter" idx="9"/>
          </p:nvPr>
        </p:nvSpPr>
        <p:spPr/>
        <p:txBody>
          <a:bodyPr/>
          <a:lstStyle>
            <a:lvl1pPr>
              <a:defRPr/>
            </a:lvl1pPr>
          </a:lstStyle>
          <a:p>
            <a:pPr lvl="0"/>
            <a:endParaRPr lang="en-US"/>
          </a:p>
        </p:txBody>
      </p:sp>
      <p:sp>
        <p:nvSpPr>
          <p:cNvPr id="6" name="Slide Number Placeholder 5">
            <a:extLst>
              <a:ext uri="{FF2B5EF4-FFF2-40B4-BE49-F238E27FC236}">
                <a16:creationId xmlns:a16="http://schemas.microsoft.com/office/drawing/2014/main" id="{1BBAB734-F1B3-479F-AE7A-ECD11CE4DC04}"/>
              </a:ext>
            </a:extLst>
          </p:cNvPr>
          <p:cNvSpPr txBox="1">
            <a:spLocks noGrp="1"/>
          </p:cNvSpPr>
          <p:nvPr>
            <p:ph type="sldNum" sz="quarter" idx="8"/>
          </p:nvPr>
        </p:nvSpPr>
        <p:spPr/>
        <p:txBody>
          <a:bodyPr/>
          <a:lstStyle>
            <a:lvl1pPr>
              <a:defRPr/>
            </a:lvl1pPr>
          </a:lstStyle>
          <a:p>
            <a:pPr lvl="0"/>
            <a:fld id="{D034A16D-870C-4771-BED0-FA34872E5B84}" type="slidenum">
              <a:t>‹#›</a:t>
            </a:fld>
            <a:endParaRPr lang="en-US"/>
          </a:p>
        </p:txBody>
      </p:sp>
    </p:spTree>
    <p:extLst>
      <p:ext uri="{BB962C8B-B14F-4D97-AF65-F5344CB8AC3E}">
        <p14:creationId xmlns:p14="http://schemas.microsoft.com/office/powerpoint/2010/main" val="18576982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 preserve="1">
  <p:cSld name="Title and body">
    <p:spTree>
      <p:nvGrpSpPr>
        <p:cNvPr id="1" name=""/>
        <p:cNvGrpSpPr/>
        <p:nvPr/>
      </p:nvGrpSpPr>
      <p:grpSpPr>
        <a:xfrm>
          <a:off x="0" y="0"/>
          <a:ext cx="0" cy="0"/>
          <a:chOff x="0" y="0"/>
          <a:chExt cx="0" cy="0"/>
        </a:xfrm>
      </p:grpSpPr>
      <p:sp>
        <p:nvSpPr>
          <p:cNvPr id="2" name="Google Shape;17;p4">
            <a:extLst>
              <a:ext uri="{FF2B5EF4-FFF2-40B4-BE49-F238E27FC236}">
                <a16:creationId xmlns:a16="http://schemas.microsoft.com/office/drawing/2014/main" id="{86CCFD6D-BF16-4488-A0AB-CC5E711917BA}"/>
              </a:ext>
            </a:extLst>
          </p:cNvPr>
          <p:cNvSpPr/>
          <p:nvPr/>
        </p:nvSpPr>
        <p:spPr>
          <a:xfrm>
            <a:off x="0" y="-64"/>
            <a:ext cx="12191996" cy="1458001"/>
          </a:xfrm>
          <a:prstGeom prst="rect">
            <a:avLst/>
          </a:prstGeom>
          <a:solidFill>
            <a:srgbClr val="F3F3F3"/>
          </a:solidFill>
          <a:ln cap="flat">
            <a:noFill/>
            <a:prstDash val="solid"/>
          </a:ln>
        </p:spPr>
        <p:txBody>
          <a:bodyPr vert="horz" wrap="square" lIns="91421" tIns="91421" rIns="91421" bIns="91421"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3" name="Google Shape;18;p4">
            <a:extLst>
              <a:ext uri="{FF2B5EF4-FFF2-40B4-BE49-F238E27FC236}">
                <a16:creationId xmlns:a16="http://schemas.microsoft.com/office/drawing/2014/main" id="{98A39FEA-FC24-4B44-AD0F-E3F0BF5D5AB3}"/>
              </a:ext>
            </a:extLst>
          </p:cNvPr>
          <p:cNvSpPr txBox="1">
            <a:spLocks noGrp="1"/>
          </p:cNvSpPr>
          <p:nvPr>
            <p:ph type="title"/>
          </p:nvPr>
        </p:nvSpPr>
        <p:spPr>
          <a:xfrm>
            <a:off x="1043595" y="347161"/>
            <a:ext cx="10104796" cy="763496"/>
          </a:xfrm>
        </p:spPr>
        <p:txBody>
          <a:bodyPr lIns="91421" tIns="91421" rIns="91421" bIns="91421" anchor="t">
            <a:noAutofit/>
          </a:bodyPr>
          <a:lstStyle>
            <a:lvl1pPr>
              <a:defRPr/>
            </a:lvl1pPr>
          </a:lstStyle>
          <a:p>
            <a:pPr lvl="0"/>
            <a:endParaRPr lang="en-US"/>
          </a:p>
        </p:txBody>
      </p:sp>
      <p:sp>
        <p:nvSpPr>
          <p:cNvPr id="4" name="Google Shape;19;p4">
            <a:extLst>
              <a:ext uri="{FF2B5EF4-FFF2-40B4-BE49-F238E27FC236}">
                <a16:creationId xmlns:a16="http://schemas.microsoft.com/office/drawing/2014/main" id="{3FB27A8A-8BC6-4BF0-ABA7-66854AB126CD}"/>
              </a:ext>
            </a:extLst>
          </p:cNvPr>
          <p:cNvSpPr txBox="1">
            <a:spLocks noGrp="1"/>
          </p:cNvSpPr>
          <p:nvPr>
            <p:ph type="body" idx="1"/>
          </p:nvPr>
        </p:nvSpPr>
        <p:spPr>
          <a:xfrm>
            <a:off x="1043595" y="1560240"/>
            <a:ext cx="10104796" cy="4555202"/>
          </a:xfrm>
        </p:spPr>
        <p:txBody>
          <a:bodyPr lIns="91421" tIns="91421" rIns="91421" bIns="91421">
            <a:noAutofit/>
          </a:bodyPr>
          <a:lstStyle>
            <a:lvl1pPr marL="457200" indent="-355601">
              <a:spcBef>
                <a:spcPts val="0"/>
              </a:spcBef>
              <a:buClr>
                <a:srgbClr val="434343"/>
              </a:buClr>
              <a:buSzPts val="2000"/>
              <a:buFont typeface="Calibri"/>
              <a:buChar char="●"/>
              <a:defRPr sz="2400">
                <a:solidFill>
                  <a:srgbClr val="434343"/>
                </a:solidFill>
                <a:ea typeface="Calibri"/>
                <a:cs typeface="Calibri"/>
              </a:defRPr>
            </a:lvl1pPr>
          </a:lstStyle>
          <a:p>
            <a:pPr lvl="0"/>
            <a:endParaRPr lang="en-US"/>
          </a:p>
        </p:txBody>
      </p:sp>
      <p:sp>
        <p:nvSpPr>
          <p:cNvPr id="5" name="Google Shape;20;p4">
            <a:extLst>
              <a:ext uri="{FF2B5EF4-FFF2-40B4-BE49-F238E27FC236}">
                <a16:creationId xmlns:a16="http://schemas.microsoft.com/office/drawing/2014/main" id="{A64D9205-BB60-45E3-8AB1-B892BEE77BDF}"/>
              </a:ext>
            </a:extLst>
          </p:cNvPr>
          <p:cNvSpPr txBox="1">
            <a:spLocks noGrp="1"/>
          </p:cNvSpPr>
          <p:nvPr>
            <p:ph type="sldNum" sz="quarter" idx="8"/>
          </p:nvPr>
        </p:nvSpPr>
        <p:spPr>
          <a:xfrm>
            <a:off x="11296607" y="6217618"/>
            <a:ext cx="731602" cy="525002"/>
          </a:xfrm>
        </p:spPr>
        <p:txBody>
          <a:bodyPr lIns="91421" tIns="91421" rIns="91421" bIns="91421"/>
          <a:lstStyle>
            <a:lvl1pPr>
              <a:defRPr/>
            </a:lvl1pPr>
          </a:lstStyle>
          <a:p>
            <a:pPr lvl="0"/>
            <a:fld id="{FBFD852A-D59A-4B7D-B301-42A1056B227A}" type="slidenum">
              <a:t>‹#›</a:t>
            </a:fld>
            <a:endParaRPr lang="en-US"/>
          </a:p>
        </p:txBody>
      </p:sp>
    </p:spTree>
    <p:extLst>
      <p:ext uri="{BB962C8B-B14F-4D97-AF65-F5344CB8AC3E}">
        <p14:creationId xmlns:p14="http://schemas.microsoft.com/office/powerpoint/2010/main" val="377183240"/>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5B10D-3B4E-421C-B40B-EE12C49AB8AA}"/>
              </a:ext>
            </a:extLst>
          </p:cNvPr>
          <p:cNvSpPr txBox="1">
            <a:spLocks noGrp="1"/>
          </p:cNvSpPr>
          <p:nvPr>
            <p:ph type="title"/>
          </p:nvPr>
        </p:nvSpPr>
        <p:spPr/>
        <p:txBody>
          <a:bodyPr/>
          <a:lstStyle>
            <a:lvl1pPr>
              <a:defRPr/>
            </a:lvl1pPr>
          </a:lstStyle>
          <a:p>
            <a:pPr lvl="0"/>
            <a:r>
              <a:rPr lang="en-US"/>
              <a:t>Click to edit Master title style</a:t>
            </a:r>
          </a:p>
        </p:txBody>
      </p:sp>
      <p:sp>
        <p:nvSpPr>
          <p:cNvPr id="3" name="Content Placeholder 2">
            <a:extLst>
              <a:ext uri="{FF2B5EF4-FFF2-40B4-BE49-F238E27FC236}">
                <a16:creationId xmlns:a16="http://schemas.microsoft.com/office/drawing/2014/main" id="{62D4B0ED-A35E-42B8-A9BC-2879550D0736}"/>
              </a:ext>
            </a:extLst>
          </p:cNvPr>
          <p:cNvSpPr txBox="1">
            <a:spLocks noGrp="1"/>
          </p:cNvSpPr>
          <p:nvPr>
            <p:ph idx="4294967295"/>
          </p:nvPr>
        </p:nvSpPr>
        <p:spPr>
          <a:xfrm>
            <a:off x="609603" y="1600200"/>
            <a:ext cx="5384801" cy="4530723"/>
          </a:xfrm>
        </p:spPr>
        <p:txBody>
          <a:bodyPr/>
          <a:lstStyle>
            <a:lvl1pPr>
              <a:buClr>
                <a:srgbClr val="385723"/>
              </a:buClr>
              <a:buSzPct val="70000"/>
              <a:defRPr/>
            </a:lvl1pPr>
            <a:lvl2pPr>
              <a:buClr>
                <a:srgbClr val="385723"/>
              </a:buClr>
              <a:buSzPct val="70000"/>
              <a:defRPr/>
            </a:lvl2pPr>
            <a:lvl3pPr>
              <a:buClr>
                <a:srgbClr val="385723"/>
              </a:buClr>
              <a:buSzPct val="70000"/>
              <a:defRPr/>
            </a:lvl3pPr>
            <a:lvl4pPr>
              <a:buClr>
                <a:srgbClr val="385723"/>
              </a:buCl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1">
            <a:extLst>
              <a:ext uri="{FF2B5EF4-FFF2-40B4-BE49-F238E27FC236}">
                <a16:creationId xmlns:a16="http://schemas.microsoft.com/office/drawing/2014/main" id="{94998DD8-97F7-4BB5-ABAD-19C38315F93D}"/>
              </a:ext>
            </a:extLst>
          </p:cNvPr>
          <p:cNvSpPr txBox="1">
            <a:spLocks noGrp="1"/>
          </p:cNvSpPr>
          <p:nvPr>
            <p:ph type="ftr" sz="quarter" idx="9"/>
          </p:nvPr>
        </p:nvSpPr>
        <p:spPr>
          <a:xfrm>
            <a:off x="541041" y="6356351"/>
            <a:ext cx="4114800" cy="365129"/>
          </a:xfrm>
        </p:spPr>
        <p:txBody>
          <a:bodyPr anchorCtr="0"/>
          <a:lstStyle>
            <a:lvl1pPr algn="l">
              <a:defRPr/>
            </a:lvl1pPr>
          </a:lstStyle>
          <a:p>
            <a:pPr lvl="0"/>
            <a:r>
              <a:rPr lang="en-US"/>
              <a:t>© 2020, M.T. Özsu &amp; P. Valduriez</a:t>
            </a:r>
          </a:p>
        </p:txBody>
      </p:sp>
      <p:sp>
        <p:nvSpPr>
          <p:cNvPr id="5" name="Slide Number Placeholder 2">
            <a:extLst>
              <a:ext uri="{FF2B5EF4-FFF2-40B4-BE49-F238E27FC236}">
                <a16:creationId xmlns:a16="http://schemas.microsoft.com/office/drawing/2014/main" id="{684D7DBC-844C-4097-ADCA-37D5536FE9FF}"/>
              </a:ext>
            </a:extLst>
          </p:cNvPr>
          <p:cNvSpPr txBox="1">
            <a:spLocks noGrp="1"/>
          </p:cNvSpPr>
          <p:nvPr>
            <p:ph type="sldNum" sz="quarter" idx="8"/>
          </p:nvPr>
        </p:nvSpPr>
        <p:spPr>
          <a:xfrm>
            <a:off x="8976317" y="6356351"/>
            <a:ext cx="2743200" cy="365129"/>
          </a:xfrm>
        </p:spPr>
        <p:txBody>
          <a:bodyPr/>
          <a:lstStyle>
            <a:lvl1pPr>
              <a:defRPr/>
            </a:lvl1pPr>
          </a:lstStyle>
          <a:p>
            <a:pPr lvl="0"/>
            <a:fld id="{79E552A3-B5D7-4F57-BF93-681ACC9B94E4}" type="slidenum">
              <a:t>‹#›</a:t>
            </a:fld>
            <a:endParaRPr lang="en-US"/>
          </a:p>
        </p:txBody>
      </p:sp>
      <p:sp>
        <p:nvSpPr>
          <p:cNvPr id="6" name="Content Placeholder 2">
            <a:extLst>
              <a:ext uri="{FF2B5EF4-FFF2-40B4-BE49-F238E27FC236}">
                <a16:creationId xmlns:a16="http://schemas.microsoft.com/office/drawing/2014/main" id="{1FDF057F-9DD2-487F-8446-E62F8B53AA3D}"/>
              </a:ext>
            </a:extLst>
          </p:cNvPr>
          <p:cNvSpPr txBox="1">
            <a:spLocks noGrp="1"/>
          </p:cNvSpPr>
          <p:nvPr>
            <p:ph idx="4294967295"/>
          </p:nvPr>
        </p:nvSpPr>
        <p:spPr>
          <a:xfrm>
            <a:off x="6197602" y="1584636"/>
            <a:ext cx="5384801" cy="4530723"/>
          </a:xfrm>
        </p:spPr>
        <p:txBody>
          <a:bodyPr/>
          <a:lstStyle>
            <a:lvl1pPr>
              <a:buClr>
                <a:srgbClr val="385723"/>
              </a:buClr>
              <a:buSzPct val="70000"/>
              <a:defRPr/>
            </a:lvl1pPr>
            <a:lvl2pPr>
              <a:buClr>
                <a:srgbClr val="385723"/>
              </a:buClr>
              <a:buSzPct val="70000"/>
              <a:defRPr/>
            </a:lvl2pPr>
            <a:lvl3pPr>
              <a:buClr>
                <a:srgbClr val="385723"/>
              </a:buClr>
              <a:buSzPct val="70000"/>
              <a:defRPr/>
            </a:lvl3pPr>
            <a:lvl4pPr>
              <a:buClr>
                <a:srgbClr val="385723"/>
              </a:buCl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33552815"/>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2F5D12E-471A-1402-356C-CFC9B256B6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DC3E91F-93A9-F65D-B1C3-78A11B9488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6CAB04-F4ED-54D0-9380-77C443E8D1C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8267377-EA9D-4B8A-BF60-1E651BE83BCD}" type="datetimeFigureOut">
              <a:rPr lang="en-US" smtClean="0"/>
              <a:t>4/27/2026</a:t>
            </a:fld>
            <a:endParaRPr lang="en-US"/>
          </a:p>
        </p:txBody>
      </p:sp>
      <p:sp>
        <p:nvSpPr>
          <p:cNvPr id="5" name="Footer Placeholder 4">
            <a:extLst>
              <a:ext uri="{FF2B5EF4-FFF2-40B4-BE49-F238E27FC236}">
                <a16:creationId xmlns:a16="http://schemas.microsoft.com/office/drawing/2014/main" id="{43AF06B0-B02B-837A-B9A4-D39D8AB44F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BC3B34C-7198-B323-3911-4DD5F84D66B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E9659A6-3F4D-4EFE-B5F4-05A25298E61A}" type="slidenum">
              <a:rPr lang="en-US" smtClean="0"/>
              <a:t>‹#›</a:t>
            </a:fld>
            <a:endParaRPr lang="en-US"/>
          </a:p>
        </p:txBody>
      </p:sp>
    </p:spTree>
    <p:extLst>
      <p:ext uri="{BB962C8B-B14F-4D97-AF65-F5344CB8AC3E}">
        <p14:creationId xmlns:p14="http://schemas.microsoft.com/office/powerpoint/2010/main" val="21409424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468B2D-11BF-4404-8BEE-3146253AD020}"/>
              </a:ext>
            </a:extLst>
          </p:cNvPr>
          <p:cNvSpPr txBox="1">
            <a:spLocks noGrp="1"/>
          </p:cNvSpPr>
          <p:nvPr>
            <p:ph type="title"/>
          </p:nvPr>
        </p:nvSpPr>
        <p:spPr>
          <a:xfrm>
            <a:off x="838203" y="365129"/>
            <a:ext cx="10515600" cy="1325559"/>
          </a:xfrm>
          <a:prstGeom prst="rect">
            <a:avLst/>
          </a:prstGeom>
          <a:noFill/>
          <a:ln>
            <a:noFill/>
          </a:ln>
        </p:spPr>
        <p:txBody>
          <a:bodyPr vert="horz" wrap="square" lIns="91440" tIns="45720" rIns="91440" bIns="45720" anchor="ctr" anchorCtr="0" compatLnSpc="1">
            <a:normAutofit/>
          </a:bodyPr>
          <a:lstStyle/>
          <a:p>
            <a:pPr lvl="0"/>
            <a:r>
              <a:rPr lang="en-US"/>
              <a:t>Click to edit Master title style</a:t>
            </a:r>
          </a:p>
        </p:txBody>
      </p:sp>
      <p:sp>
        <p:nvSpPr>
          <p:cNvPr id="3" name="Text Placeholder 2">
            <a:extLst>
              <a:ext uri="{FF2B5EF4-FFF2-40B4-BE49-F238E27FC236}">
                <a16:creationId xmlns:a16="http://schemas.microsoft.com/office/drawing/2014/main" id="{D71AADC5-9C02-40FD-A427-525CFEB9A917}"/>
              </a:ext>
            </a:extLst>
          </p:cNvPr>
          <p:cNvSpPr txBox="1">
            <a:spLocks noGrp="1"/>
          </p:cNvSpPr>
          <p:nvPr>
            <p:ph type="body" idx="1"/>
          </p:nvPr>
        </p:nvSpPr>
        <p:spPr>
          <a:xfrm>
            <a:off x="838203" y="1825627"/>
            <a:ext cx="10515600" cy="4351336"/>
          </a:xfrm>
          <a:prstGeom prst="rect">
            <a:avLst/>
          </a:prstGeom>
          <a:noFill/>
          <a:ln>
            <a:noFill/>
          </a:ln>
        </p:spPr>
        <p:txBody>
          <a:bodyPr vert="horz" wrap="square" lIns="91440" tIns="45720" rIns="91440" bIns="45720" anchor="t" anchorCtr="0" compatLnSpc="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11E94B-4B72-4DA4-BE1D-DEC21EB76B39}"/>
              </a:ext>
            </a:extLst>
          </p:cNvPr>
          <p:cNvSpPr txBox="1">
            <a:spLocks noGrp="1"/>
          </p:cNvSpPr>
          <p:nvPr>
            <p:ph type="dt" sz="half" idx="2"/>
          </p:nvPr>
        </p:nvSpPr>
        <p:spPr>
          <a:xfrm>
            <a:off x="838203" y="6356351"/>
            <a:ext cx="2743200" cy="365129"/>
          </a:xfrm>
          <a:prstGeom prst="rect">
            <a:avLst/>
          </a:prstGeom>
          <a:noFill/>
          <a:ln>
            <a:noFill/>
          </a:ln>
        </p:spPr>
        <p:txBody>
          <a:bodyPr vert="horz" wrap="square" lIns="91440" tIns="45720" rIns="91440" bIns="45720" anchor="ctr" anchorCtr="0" compatLnSpc="1">
            <a:noAutofit/>
          </a:bodyPr>
          <a:lstStyle>
            <a:lvl1pPr marL="0" marR="0" lvl="0" indent="0" algn="l" defTabSz="914400" rtl="0" fontAlgn="auto" hangingPunct="1">
              <a:lnSpc>
                <a:spcPct val="100000"/>
              </a:lnSpc>
              <a:spcBef>
                <a:spcPts val="0"/>
              </a:spcBef>
              <a:spcAft>
                <a:spcPts val="0"/>
              </a:spcAft>
              <a:buNone/>
              <a:tabLst/>
              <a:defRPr lang="en-US" sz="1200" b="0" i="0" u="none" strike="noStrike" kern="1200" cap="none" spc="0" baseline="0">
                <a:solidFill>
                  <a:srgbClr val="898989"/>
                </a:solidFill>
                <a:uFillTx/>
                <a:latin typeface="Calibri"/>
              </a:defRPr>
            </a:lvl1pPr>
          </a:lstStyle>
          <a:p>
            <a:pPr lvl="0"/>
            <a:fld id="{1364004D-5667-4E68-BFF4-B9BDCF115526}" type="datetime1">
              <a:rPr lang="en-US"/>
              <a:pPr lvl="0"/>
              <a:t>4/27/2026</a:t>
            </a:fld>
            <a:endParaRPr lang="en-US"/>
          </a:p>
        </p:txBody>
      </p:sp>
      <p:sp>
        <p:nvSpPr>
          <p:cNvPr id="5" name="Footer Placeholder 4">
            <a:extLst>
              <a:ext uri="{FF2B5EF4-FFF2-40B4-BE49-F238E27FC236}">
                <a16:creationId xmlns:a16="http://schemas.microsoft.com/office/drawing/2014/main" id="{3B459AEF-FA73-4A3F-BE5A-2B76285F9BAE}"/>
              </a:ext>
            </a:extLst>
          </p:cNvPr>
          <p:cNvSpPr txBox="1">
            <a:spLocks noGrp="1"/>
          </p:cNvSpPr>
          <p:nvPr>
            <p:ph type="ftr" sz="quarter" idx="3"/>
          </p:nvPr>
        </p:nvSpPr>
        <p:spPr>
          <a:xfrm>
            <a:off x="4038603" y="6356351"/>
            <a:ext cx="4114800" cy="365129"/>
          </a:xfrm>
          <a:prstGeom prst="rect">
            <a:avLst/>
          </a:prstGeom>
          <a:noFill/>
          <a:ln>
            <a:noFill/>
          </a:ln>
        </p:spPr>
        <p:txBody>
          <a:bodyPr vert="horz" wrap="square" lIns="91440" tIns="45720" rIns="91440" bIns="45720" anchor="ctr" anchorCtr="1" compatLnSpc="1">
            <a:noAutofit/>
          </a:bodyPr>
          <a:lstStyle>
            <a:lvl1pPr marL="0" marR="0" lvl="0" indent="0" algn="ctr" defTabSz="914400" rtl="0" fontAlgn="auto" hangingPunct="1">
              <a:lnSpc>
                <a:spcPct val="100000"/>
              </a:lnSpc>
              <a:spcBef>
                <a:spcPts val="0"/>
              </a:spcBef>
              <a:spcAft>
                <a:spcPts val="0"/>
              </a:spcAft>
              <a:buNone/>
              <a:tabLst/>
              <a:defRPr lang="en-US" sz="1200" b="0" i="0" u="none" strike="noStrike" kern="1200" cap="none" spc="0" baseline="0">
                <a:solidFill>
                  <a:srgbClr val="898989"/>
                </a:solidFill>
                <a:uFillTx/>
                <a:latin typeface="Calibri"/>
              </a:defRPr>
            </a:lvl1pPr>
          </a:lstStyle>
          <a:p>
            <a:pPr lvl="0"/>
            <a:endParaRPr lang="en-US"/>
          </a:p>
        </p:txBody>
      </p:sp>
      <p:sp>
        <p:nvSpPr>
          <p:cNvPr id="6" name="Slide Number Placeholder 5">
            <a:extLst>
              <a:ext uri="{FF2B5EF4-FFF2-40B4-BE49-F238E27FC236}">
                <a16:creationId xmlns:a16="http://schemas.microsoft.com/office/drawing/2014/main" id="{2D367905-BFEC-4986-999A-7668D105D5DF}"/>
              </a:ext>
            </a:extLst>
          </p:cNvPr>
          <p:cNvSpPr txBox="1">
            <a:spLocks noGrp="1"/>
          </p:cNvSpPr>
          <p:nvPr>
            <p:ph type="sldNum" sz="quarter" idx="4"/>
          </p:nvPr>
        </p:nvSpPr>
        <p:spPr>
          <a:xfrm>
            <a:off x="8610603" y="6356351"/>
            <a:ext cx="2743200" cy="365129"/>
          </a:xfrm>
          <a:prstGeom prst="rect">
            <a:avLst/>
          </a:prstGeom>
          <a:noFill/>
          <a:ln>
            <a:noFill/>
          </a:ln>
        </p:spPr>
        <p:txBody>
          <a:bodyPr vert="horz" wrap="square" lIns="91440" tIns="45720" rIns="91440" bIns="45720" anchor="ctr" anchorCtr="0" compatLnSpc="1">
            <a:noAutofit/>
          </a:bodyPr>
          <a:lstStyle>
            <a:lvl1pPr marL="0" marR="0" lvl="0" indent="0" algn="r" defTabSz="914400" rtl="0" fontAlgn="auto" hangingPunct="1">
              <a:lnSpc>
                <a:spcPct val="100000"/>
              </a:lnSpc>
              <a:spcBef>
                <a:spcPts val="0"/>
              </a:spcBef>
              <a:spcAft>
                <a:spcPts val="0"/>
              </a:spcAft>
              <a:buNone/>
              <a:tabLst/>
              <a:defRPr lang="en-US" sz="1200" b="0" i="0" u="none" strike="noStrike" kern="1200" cap="none" spc="0" baseline="0">
                <a:solidFill>
                  <a:srgbClr val="898989"/>
                </a:solidFill>
                <a:uFillTx/>
                <a:latin typeface="Calibri"/>
              </a:defRPr>
            </a:lvl1pPr>
          </a:lstStyle>
          <a:p>
            <a:pPr lvl="0"/>
            <a:fld id="{DE2E66AA-6BDA-4033-8C5F-BAC59B57C4A8}" type="slidenum">
              <a:t>‹#›</a:t>
            </a:fld>
            <a:endParaRPr lang="en-US"/>
          </a:p>
        </p:txBody>
      </p:sp>
    </p:spTree>
    <p:extLst>
      <p:ext uri="{BB962C8B-B14F-4D97-AF65-F5344CB8AC3E}">
        <p14:creationId xmlns:p14="http://schemas.microsoft.com/office/powerpoint/2010/main" val="407495449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marL="0" marR="0" lvl="0" indent="0" algn="l" defTabSz="914400" rtl="0" fontAlgn="auto" hangingPunct="1">
        <a:lnSpc>
          <a:spcPct val="90000"/>
        </a:lnSpc>
        <a:spcBef>
          <a:spcPts val="0"/>
        </a:spcBef>
        <a:spcAft>
          <a:spcPts val="0"/>
        </a:spcAft>
        <a:buNone/>
        <a:tabLst/>
        <a:defRPr lang="en-US" sz="4400" b="0" i="0" u="none" strike="noStrike" kern="1200" cap="none" spc="0" baseline="0">
          <a:solidFill>
            <a:srgbClr val="000000"/>
          </a:solidFill>
          <a:uFillTx/>
          <a:latin typeface="Calibri Light"/>
        </a:defRPr>
      </a:lvl1pPr>
    </p:titleStyle>
    <p:body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en-US" sz="2800" b="0" i="0" u="none" strike="noStrike" kern="1200" cap="none" spc="0" baseline="0">
          <a:solidFill>
            <a:srgbClr val="000000"/>
          </a:solidFill>
          <a:uFillTx/>
          <a:latin typeface="Calibri"/>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Calibri"/>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Calibri"/>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Calibri"/>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Calibri"/>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sv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16.svg"/><Relationship Id="rId4" Type="http://schemas.openxmlformats.org/officeDocument/2006/relationships/image" Target="../media/image15.sv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Picture 29">
            <a:extLst>
              <a:ext uri="{FF2B5EF4-FFF2-40B4-BE49-F238E27FC236}">
                <a16:creationId xmlns:a16="http://schemas.microsoft.com/office/drawing/2014/main" id="{C22F8038-E1B4-C68C-2C5D-75E194A8FF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 y="0"/>
            <a:ext cx="12191998" cy="6858000"/>
          </a:xfrm>
          <a:prstGeom prst="rect">
            <a:avLst/>
          </a:prstGeom>
        </p:spPr>
      </p:pic>
      <p:sp>
        <p:nvSpPr>
          <p:cNvPr id="28" name="Freeform: Shape 27">
            <a:extLst>
              <a:ext uri="{FF2B5EF4-FFF2-40B4-BE49-F238E27FC236}">
                <a16:creationId xmlns:a16="http://schemas.microsoft.com/office/drawing/2014/main" id="{F811ED6F-4FD5-9F61-47AF-03985FA1FACE}"/>
              </a:ext>
            </a:extLst>
          </p:cNvPr>
          <p:cNvSpPr/>
          <p:nvPr/>
        </p:nvSpPr>
        <p:spPr>
          <a:xfrm>
            <a:off x="1" y="1"/>
            <a:ext cx="12191999" cy="6857999"/>
          </a:xfrm>
          <a:custGeom>
            <a:avLst/>
            <a:gdLst>
              <a:gd name="csX0" fmla="*/ 809196 w 12191999"/>
              <a:gd name="csY0" fmla="*/ 0 h 6857999"/>
              <a:gd name="csX1" fmla="*/ 870030 w 12191999"/>
              <a:gd name="csY1" fmla="*/ 0 h 6857999"/>
              <a:gd name="csX2" fmla="*/ 870030 w 12191999"/>
              <a:gd name="csY2" fmla="*/ 4921064 h 6857999"/>
              <a:gd name="csX3" fmla="*/ 1274628 w 12191999"/>
              <a:gd name="csY3" fmla="*/ 5325662 h 6857999"/>
              <a:gd name="csX4" fmla="*/ 1274627 w 12191999"/>
              <a:gd name="csY4" fmla="*/ 5325663 h 6857999"/>
              <a:gd name="csX5" fmla="*/ 1679225 w 12191999"/>
              <a:gd name="csY5" fmla="*/ 4921065 h 6857999"/>
              <a:gd name="csX6" fmla="*/ 1679226 w 12191999"/>
              <a:gd name="csY6" fmla="*/ 0 h 6857999"/>
              <a:gd name="csX7" fmla="*/ 2144656 w 12191999"/>
              <a:gd name="csY7" fmla="*/ 0 h 6857999"/>
              <a:gd name="csX8" fmla="*/ 2063117 w 12191999"/>
              <a:gd name="csY8" fmla="*/ 8220 h 6857999"/>
              <a:gd name="csX9" fmla="*/ 1740060 w 12191999"/>
              <a:gd name="csY9" fmla="*/ 404598 h 6857999"/>
              <a:gd name="csX10" fmla="*/ 1740060 w 12191999"/>
              <a:gd name="csY10" fmla="*/ 5563582 h 6857999"/>
              <a:gd name="csX11" fmla="*/ 2144658 w 12191999"/>
              <a:gd name="csY11" fmla="*/ 5968180 h 6857999"/>
              <a:gd name="csX12" fmla="*/ 2144657 w 12191999"/>
              <a:gd name="csY12" fmla="*/ 5968181 h 6857999"/>
              <a:gd name="csX13" fmla="*/ 2549255 w 12191999"/>
              <a:gd name="csY13" fmla="*/ 5563583 h 6857999"/>
              <a:gd name="csX14" fmla="*/ 2549256 w 12191999"/>
              <a:gd name="csY14" fmla="*/ 404598 h 6857999"/>
              <a:gd name="csX15" fmla="*/ 2226199 w 12191999"/>
              <a:gd name="csY15" fmla="*/ 8220 h 6857999"/>
              <a:gd name="csX16" fmla="*/ 2144660 w 12191999"/>
              <a:gd name="csY16" fmla="*/ 0 h 6857999"/>
              <a:gd name="csX17" fmla="*/ 2610090 w 12191999"/>
              <a:gd name="csY17" fmla="*/ 0 h 6857999"/>
              <a:gd name="csX18" fmla="*/ 2610090 w 12191999"/>
              <a:gd name="csY18" fmla="*/ 4921063 h 6857999"/>
              <a:gd name="csX19" fmla="*/ 3014688 w 12191999"/>
              <a:gd name="csY19" fmla="*/ 5325661 h 6857999"/>
              <a:gd name="csX20" fmla="*/ 3014687 w 12191999"/>
              <a:gd name="csY20" fmla="*/ 5325662 h 6857999"/>
              <a:gd name="csX21" fmla="*/ 3419285 w 12191999"/>
              <a:gd name="csY21" fmla="*/ 4921064 h 6857999"/>
              <a:gd name="csX22" fmla="*/ 3419286 w 12191999"/>
              <a:gd name="csY22" fmla="*/ 0 h 6857999"/>
              <a:gd name="csX23" fmla="*/ 3884704 w 12191999"/>
              <a:gd name="csY23" fmla="*/ 0 h 6857999"/>
              <a:gd name="csX24" fmla="*/ 3803177 w 12191999"/>
              <a:gd name="csY24" fmla="*/ 8218 h 6857999"/>
              <a:gd name="csX25" fmla="*/ 3480120 w 12191999"/>
              <a:gd name="csY25" fmla="*/ 404596 h 6857999"/>
              <a:gd name="csX26" fmla="*/ 3480120 w 12191999"/>
              <a:gd name="csY26" fmla="*/ 5563581 h 6857999"/>
              <a:gd name="csX27" fmla="*/ 3884718 w 12191999"/>
              <a:gd name="csY27" fmla="*/ 5968179 h 6857999"/>
              <a:gd name="csX28" fmla="*/ 3884717 w 12191999"/>
              <a:gd name="csY28" fmla="*/ 5968180 h 6857999"/>
              <a:gd name="csX29" fmla="*/ 4289315 w 12191999"/>
              <a:gd name="csY29" fmla="*/ 5563582 h 6857999"/>
              <a:gd name="csX30" fmla="*/ 4289315 w 12191999"/>
              <a:gd name="csY30" fmla="*/ 404596 h 6857999"/>
              <a:gd name="csX31" fmla="*/ 3966258 w 12191999"/>
              <a:gd name="csY31" fmla="*/ 8218 h 6857999"/>
              <a:gd name="csX32" fmla="*/ 3884732 w 12191999"/>
              <a:gd name="csY32" fmla="*/ 0 h 6857999"/>
              <a:gd name="csX33" fmla="*/ 4350663 w 12191999"/>
              <a:gd name="csY33" fmla="*/ 0 h 6857999"/>
              <a:gd name="csX34" fmla="*/ 4350663 w 12191999"/>
              <a:gd name="csY34" fmla="*/ 4921062 h 6857999"/>
              <a:gd name="csX35" fmla="*/ 4755262 w 12191999"/>
              <a:gd name="csY35" fmla="*/ 5325660 h 6857999"/>
              <a:gd name="csX36" fmla="*/ 4755260 w 12191999"/>
              <a:gd name="csY36" fmla="*/ 5325661 h 6857999"/>
              <a:gd name="csX37" fmla="*/ 5159859 w 12191999"/>
              <a:gd name="csY37" fmla="*/ 4921063 h 6857999"/>
              <a:gd name="csX38" fmla="*/ 5159859 w 12191999"/>
              <a:gd name="csY38" fmla="*/ 0 h 6857999"/>
              <a:gd name="csX39" fmla="*/ 5220179 w 12191999"/>
              <a:gd name="csY39" fmla="*/ 0 h 6857999"/>
              <a:gd name="csX40" fmla="*/ 5220179 w 12191999"/>
              <a:gd name="csY40" fmla="*/ 4921062 h 6857999"/>
              <a:gd name="csX41" fmla="*/ 5624778 w 12191999"/>
              <a:gd name="csY41" fmla="*/ 5325660 h 6857999"/>
              <a:gd name="csX42" fmla="*/ 5624776 w 12191999"/>
              <a:gd name="csY42" fmla="*/ 5325661 h 6857999"/>
              <a:gd name="csX43" fmla="*/ 6029375 w 12191999"/>
              <a:gd name="csY43" fmla="*/ 4921063 h 6857999"/>
              <a:gd name="csX44" fmla="*/ 6029375 w 12191999"/>
              <a:gd name="csY44" fmla="*/ 0 h 6857999"/>
              <a:gd name="csX45" fmla="*/ 12191999 w 12191999"/>
              <a:gd name="csY45" fmla="*/ 0 h 6857999"/>
              <a:gd name="csX46" fmla="*/ 12191999 w 12191999"/>
              <a:gd name="csY46" fmla="*/ 6857999 h 6857999"/>
              <a:gd name="csX47" fmla="*/ 0 w 12191999"/>
              <a:gd name="csY47" fmla="*/ 6857999 h 6857999"/>
              <a:gd name="csX48" fmla="*/ 0 w 12191999"/>
              <a:gd name="csY48" fmla="*/ 4921064 h 6857999"/>
              <a:gd name="csX49" fmla="*/ 404598 w 12191999"/>
              <a:gd name="csY49" fmla="*/ 5325662 h 6857999"/>
              <a:gd name="csX50" fmla="*/ 404597 w 12191999"/>
              <a:gd name="csY50" fmla="*/ 5325663 h 6857999"/>
              <a:gd name="csX51" fmla="*/ 809195 w 12191999"/>
              <a:gd name="csY51" fmla="*/ 4921065 h 68579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Lst>
            <a:rect l="l" t="t" r="r" b="b"/>
            <a:pathLst>
              <a:path w="12191999" h="6857999">
                <a:moveTo>
                  <a:pt x="809196" y="0"/>
                </a:moveTo>
                <a:lnTo>
                  <a:pt x="870030" y="0"/>
                </a:lnTo>
                <a:lnTo>
                  <a:pt x="870030" y="4921064"/>
                </a:lnTo>
                <a:cubicBezTo>
                  <a:pt x="870030" y="5144517"/>
                  <a:pt x="1051175" y="5325662"/>
                  <a:pt x="1274628" y="5325662"/>
                </a:cubicBezTo>
                <a:lnTo>
                  <a:pt x="1274627" y="5325663"/>
                </a:lnTo>
                <a:cubicBezTo>
                  <a:pt x="1498080" y="5325663"/>
                  <a:pt x="1679225" y="5144518"/>
                  <a:pt x="1679225" y="4921065"/>
                </a:cubicBezTo>
                <a:lnTo>
                  <a:pt x="1679226" y="0"/>
                </a:lnTo>
                <a:lnTo>
                  <a:pt x="2144656" y="0"/>
                </a:lnTo>
                <a:lnTo>
                  <a:pt x="2063117" y="8220"/>
                </a:lnTo>
                <a:cubicBezTo>
                  <a:pt x="1878749" y="45947"/>
                  <a:pt x="1740060" y="209076"/>
                  <a:pt x="1740060" y="404598"/>
                </a:cubicBezTo>
                <a:lnTo>
                  <a:pt x="1740060" y="5563582"/>
                </a:lnTo>
                <a:cubicBezTo>
                  <a:pt x="1740060" y="5787035"/>
                  <a:pt x="1921205" y="5968180"/>
                  <a:pt x="2144658" y="5968180"/>
                </a:cubicBezTo>
                <a:lnTo>
                  <a:pt x="2144657" y="5968181"/>
                </a:lnTo>
                <a:cubicBezTo>
                  <a:pt x="2368110" y="5968181"/>
                  <a:pt x="2549255" y="5787036"/>
                  <a:pt x="2549255" y="5563583"/>
                </a:cubicBezTo>
                <a:cubicBezTo>
                  <a:pt x="2549255" y="3843921"/>
                  <a:pt x="2549256" y="2124259"/>
                  <a:pt x="2549256" y="404598"/>
                </a:cubicBezTo>
                <a:cubicBezTo>
                  <a:pt x="2549256" y="209076"/>
                  <a:pt x="2410567" y="45947"/>
                  <a:pt x="2226199" y="8220"/>
                </a:cubicBezTo>
                <a:lnTo>
                  <a:pt x="2144660" y="0"/>
                </a:lnTo>
                <a:lnTo>
                  <a:pt x="2610090" y="0"/>
                </a:lnTo>
                <a:lnTo>
                  <a:pt x="2610090" y="4921063"/>
                </a:lnTo>
                <a:cubicBezTo>
                  <a:pt x="2610090" y="5144516"/>
                  <a:pt x="2791235" y="5325661"/>
                  <a:pt x="3014688" y="5325661"/>
                </a:cubicBezTo>
                <a:lnTo>
                  <a:pt x="3014687" y="5325662"/>
                </a:lnTo>
                <a:cubicBezTo>
                  <a:pt x="3238140" y="5325662"/>
                  <a:pt x="3419285" y="5144517"/>
                  <a:pt x="3419285" y="4921064"/>
                </a:cubicBezTo>
                <a:lnTo>
                  <a:pt x="3419286" y="0"/>
                </a:lnTo>
                <a:lnTo>
                  <a:pt x="3884704" y="0"/>
                </a:lnTo>
                <a:lnTo>
                  <a:pt x="3803177" y="8218"/>
                </a:lnTo>
                <a:cubicBezTo>
                  <a:pt x="3618809" y="45946"/>
                  <a:pt x="3480120" y="209075"/>
                  <a:pt x="3480120" y="404596"/>
                </a:cubicBezTo>
                <a:lnTo>
                  <a:pt x="3480120" y="5563581"/>
                </a:lnTo>
                <a:cubicBezTo>
                  <a:pt x="3480120" y="5787034"/>
                  <a:pt x="3661265" y="5968179"/>
                  <a:pt x="3884718" y="5968179"/>
                </a:cubicBezTo>
                <a:lnTo>
                  <a:pt x="3884717" y="5968180"/>
                </a:lnTo>
                <a:cubicBezTo>
                  <a:pt x="4108170" y="5968180"/>
                  <a:pt x="4289315" y="5787035"/>
                  <a:pt x="4289315" y="5563582"/>
                </a:cubicBezTo>
                <a:cubicBezTo>
                  <a:pt x="4289315" y="3843920"/>
                  <a:pt x="4289315" y="2124258"/>
                  <a:pt x="4289315" y="404596"/>
                </a:cubicBezTo>
                <a:cubicBezTo>
                  <a:pt x="4289315" y="209075"/>
                  <a:pt x="4150627" y="45946"/>
                  <a:pt x="3966258" y="8218"/>
                </a:cubicBezTo>
                <a:lnTo>
                  <a:pt x="3884732" y="0"/>
                </a:lnTo>
                <a:lnTo>
                  <a:pt x="4350663" y="0"/>
                </a:lnTo>
                <a:lnTo>
                  <a:pt x="4350663" y="4921062"/>
                </a:lnTo>
                <a:cubicBezTo>
                  <a:pt x="4350663" y="5144515"/>
                  <a:pt x="4531808" y="5325660"/>
                  <a:pt x="4755262" y="5325660"/>
                </a:cubicBezTo>
                <a:lnTo>
                  <a:pt x="4755260" y="5325661"/>
                </a:lnTo>
                <a:cubicBezTo>
                  <a:pt x="4978714" y="5325661"/>
                  <a:pt x="5159859" y="5144516"/>
                  <a:pt x="5159859" y="4921063"/>
                </a:cubicBezTo>
                <a:lnTo>
                  <a:pt x="5159859" y="0"/>
                </a:lnTo>
                <a:lnTo>
                  <a:pt x="5220179" y="0"/>
                </a:lnTo>
                <a:lnTo>
                  <a:pt x="5220179" y="4921062"/>
                </a:lnTo>
                <a:cubicBezTo>
                  <a:pt x="5220179" y="5144515"/>
                  <a:pt x="5401324" y="5325660"/>
                  <a:pt x="5624778" y="5325660"/>
                </a:cubicBezTo>
                <a:lnTo>
                  <a:pt x="5624776" y="5325661"/>
                </a:lnTo>
                <a:cubicBezTo>
                  <a:pt x="5848230" y="5325661"/>
                  <a:pt x="6029375" y="5144516"/>
                  <a:pt x="6029375" y="4921063"/>
                </a:cubicBezTo>
                <a:lnTo>
                  <a:pt x="6029375" y="0"/>
                </a:lnTo>
                <a:lnTo>
                  <a:pt x="12191999" y="0"/>
                </a:lnTo>
                <a:lnTo>
                  <a:pt x="12191999" y="6857999"/>
                </a:lnTo>
                <a:lnTo>
                  <a:pt x="0" y="6857999"/>
                </a:lnTo>
                <a:lnTo>
                  <a:pt x="0" y="4921064"/>
                </a:lnTo>
                <a:cubicBezTo>
                  <a:pt x="0" y="5144517"/>
                  <a:pt x="181145" y="5325662"/>
                  <a:pt x="404598" y="5325662"/>
                </a:cubicBezTo>
                <a:lnTo>
                  <a:pt x="404597" y="5325663"/>
                </a:lnTo>
                <a:cubicBezTo>
                  <a:pt x="628050" y="5325663"/>
                  <a:pt x="809195" y="5144518"/>
                  <a:pt x="809195" y="4921065"/>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TextBox 30">
            <a:extLst>
              <a:ext uri="{FF2B5EF4-FFF2-40B4-BE49-F238E27FC236}">
                <a16:creationId xmlns:a16="http://schemas.microsoft.com/office/drawing/2014/main" id="{604D3641-298E-ED0B-5F3B-A484E7401A2F}"/>
              </a:ext>
            </a:extLst>
          </p:cNvPr>
          <p:cNvSpPr txBox="1"/>
          <p:nvPr/>
        </p:nvSpPr>
        <p:spPr>
          <a:xfrm>
            <a:off x="6338646" y="1870238"/>
            <a:ext cx="5617028" cy="3046988"/>
          </a:xfrm>
          <a:prstGeom prst="rect">
            <a:avLst/>
          </a:prstGeom>
          <a:noFill/>
        </p:spPr>
        <p:txBody>
          <a:bodyPr wrap="square" rtlCol="0">
            <a:spAutoFit/>
          </a:bodyPr>
          <a:lstStyle/>
          <a:p>
            <a:pPr algn="ctr"/>
            <a:r>
              <a:rPr lang="en-US" sz="4800" b="1" dirty="0">
                <a:latin typeface="Times New Roman" panose="02020603050405020304" pitchFamily="18" charset="0"/>
                <a:cs typeface="Times New Roman" panose="02020603050405020304" pitchFamily="18" charset="0"/>
              </a:rPr>
              <a:t>The Art OF Microservices: Introducing Distributed Systems</a:t>
            </a:r>
          </a:p>
        </p:txBody>
      </p:sp>
    </p:spTree>
    <p:extLst>
      <p:ext uri="{BB962C8B-B14F-4D97-AF65-F5344CB8AC3E}">
        <p14:creationId xmlns:p14="http://schemas.microsoft.com/office/powerpoint/2010/main" val="33240062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path" presetSubtype="0" fill="hold" nodeType="withEffect">
                                  <p:stCondLst>
                                    <p:cond delay="0"/>
                                  </p:stCondLst>
                                  <p:childTnLst>
                                    <p:animMotion origin="layout" path="M 0 0 L -0.25 0 " pathEditMode="relative" rAng="0" ptsTypes="AA">
                                      <p:cBhvr>
                                        <p:cTn id="6" dur="5000" fill="hold"/>
                                        <p:tgtEl>
                                          <p:spTgt spid="30"/>
                                        </p:tgtEl>
                                        <p:attrNameLst>
                                          <p:attrName>ppt_x</p:attrName>
                                          <p:attrName>ppt_y</p:attrName>
                                        </p:attrNameLst>
                                      </p:cBhvr>
                                      <p:rCtr x="-1250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2">
            <a:lumMod val="50000"/>
          </a:schemeClr>
        </a:solidFill>
        <a:effectLst/>
      </p:bgPr>
    </p:bg>
    <p:spTree>
      <p:nvGrpSpPr>
        <p:cNvPr id="1" name="">
          <a:extLst>
            <a:ext uri="{FF2B5EF4-FFF2-40B4-BE49-F238E27FC236}">
              <a16:creationId xmlns:a16="http://schemas.microsoft.com/office/drawing/2014/main" id="{9F2EE229-4BEF-6A8A-28C5-8EB71D0E4431}"/>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20E6B9D5-D05C-F683-CE18-F64F2BE17651}"/>
              </a:ext>
            </a:extLst>
          </p:cNvPr>
          <p:cNvSpPr txBox="1"/>
          <p:nvPr/>
        </p:nvSpPr>
        <p:spPr>
          <a:xfrm>
            <a:off x="1153883" y="2459504"/>
            <a:ext cx="9884233" cy="193899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0"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Monolithic vs. Microservices Architecture</a:t>
            </a:r>
          </a:p>
        </p:txBody>
      </p:sp>
    </p:spTree>
    <p:extLst>
      <p:ext uri="{BB962C8B-B14F-4D97-AF65-F5344CB8AC3E}">
        <p14:creationId xmlns:p14="http://schemas.microsoft.com/office/powerpoint/2010/main" val="28191970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65D02-19FA-AAE3-E3B0-7D472B3DCBD2}"/>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E406634F-7FF3-76FF-7C23-54738EB18ADE}"/>
              </a:ext>
            </a:extLst>
          </p:cNvPr>
          <p:cNvSpPr>
            <a:spLocks noGrp="1"/>
          </p:cNvSpPr>
          <p:nvPr>
            <p:ph type="title"/>
          </p:nvPr>
        </p:nvSpPr>
        <p:spPr>
          <a:xfrm>
            <a:off x="0" y="117984"/>
            <a:ext cx="10515600" cy="1325563"/>
          </a:xfrm>
        </p:spPr>
        <p:txBody>
          <a:bodyPr/>
          <a:lstStyle/>
          <a:p>
            <a:r>
              <a:rPr lang="en-US" b="1" dirty="0"/>
              <a:t>What is Microservices Architecture?</a:t>
            </a:r>
          </a:p>
        </p:txBody>
      </p:sp>
      <p:sp>
        <p:nvSpPr>
          <p:cNvPr id="13" name="Rectangle 12">
            <a:extLst>
              <a:ext uri="{FF2B5EF4-FFF2-40B4-BE49-F238E27FC236}">
                <a16:creationId xmlns:a16="http://schemas.microsoft.com/office/drawing/2014/main" id="{925C7941-223A-A5E3-F34E-F4DA878D7826}"/>
              </a:ext>
            </a:extLst>
          </p:cNvPr>
          <p:cNvSpPr/>
          <p:nvPr/>
        </p:nvSpPr>
        <p:spPr>
          <a:xfrm>
            <a:off x="148223" y="1443546"/>
            <a:ext cx="111760" cy="972275"/>
          </a:xfrm>
          <a:prstGeom prst="rect">
            <a:avLst/>
          </a:prstGeom>
          <a:solidFill>
            <a:schemeClr val="accent2">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F80E1A10-5920-7329-C852-46E1D64105E5}"/>
              </a:ext>
            </a:extLst>
          </p:cNvPr>
          <p:cNvSpPr/>
          <p:nvPr/>
        </p:nvSpPr>
        <p:spPr>
          <a:xfrm>
            <a:off x="224422" y="1443546"/>
            <a:ext cx="11743155" cy="972275"/>
          </a:xfrm>
          <a:prstGeom prst="rect">
            <a:avLst/>
          </a:prstGeom>
          <a:solidFill>
            <a:schemeClr val="accent2">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b="1" dirty="0">
                <a:solidFill>
                  <a:prstClr val="white"/>
                </a:solidFill>
                <a:latin typeface="Arial" panose="020B0604020202020204" pitchFamily="34" charset="0"/>
                <a:cs typeface="Arial" panose="020B0604020202020204" pitchFamily="34" charset="0"/>
              </a:rPr>
              <a:t>Microservices, or microservices architecture, is a cloud-native architectural approach in which a single application is composed of many loosely coupled and independently deployable smaller components or services.</a:t>
            </a:r>
            <a:endPar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 name="Rectangle 1">
            <a:extLst>
              <a:ext uri="{FF2B5EF4-FFF2-40B4-BE49-F238E27FC236}">
                <a16:creationId xmlns:a16="http://schemas.microsoft.com/office/drawing/2014/main" id="{F0639289-0AC0-F278-118C-FD48DC4902D0}"/>
              </a:ext>
            </a:extLst>
          </p:cNvPr>
          <p:cNvSpPr/>
          <p:nvPr/>
        </p:nvSpPr>
        <p:spPr>
          <a:xfrm>
            <a:off x="148223" y="2572435"/>
            <a:ext cx="111760" cy="1378676"/>
          </a:xfrm>
          <a:prstGeom prst="rect">
            <a:avLst/>
          </a:prstGeom>
          <a:solidFill>
            <a:schemeClr val="accent2">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Rectangle 2">
            <a:extLst>
              <a:ext uri="{FF2B5EF4-FFF2-40B4-BE49-F238E27FC236}">
                <a16:creationId xmlns:a16="http://schemas.microsoft.com/office/drawing/2014/main" id="{045C3973-9541-D3C9-2608-E782B36F1A8D}"/>
              </a:ext>
            </a:extLst>
          </p:cNvPr>
          <p:cNvSpPr/>
          <p:nvPr/>
        </p:nvSpPr>
        <p:spPr>
          <a:xfrm>
            <a:off x="224422" y="2572435"/>
            <a:ext cx="11743155" cy="1378676"/>
          </a:xfrm>
          <a:prstGeom prst="rect">
            <a:avLst/>
          </a:prstGeom>
          <a:solidFill>
            <a:schemeClr val="accent2">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b="1" dirty="0">
                <a:solidFill>
                  <a:prstClr val="white"/>
                </a:solidFill>
                <a:latin typeface="Arial" panose="020B0604020202020204" pitchFamily="34" charset="0"/>
                <a:cs typeface="Arial" panose="020B0604020202020204" pitchFamily="34" charset="0"/>
              </a:rPr>
              <a:t>Microservices are a popular architectural style for building applications that are resilient, highly scalable, independently deployable, and able to evolve quickly. Building a successful microservices architecture requires a fundamental shift in mindset. It goes beyond decomposing an application into smaller services. You must also rethink how systems are designed, deployed, and operated.</a:t>
            </a:r>
            <a:endPar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4" name="Rectangle 3">
            <a:extLst>
              <a:ext uri="{FF2B5EF4-FFF2-40B4-BE49-F238E27FC236}">
                <a16:creationId xmlns:a16="http://schemas.microsoft.com/office/drawing/2014/main" id="{62C505E1-F4BA-D27F-32F9-731A1E5D0DBB}"/>
              </a:ext>
            </a:extLst>
          </p:cNvPr>
          <p:cNvSpPr/>
          <p:nvPr/>
        </p:nvSpPr>
        <p:spPr>
          <a:xfrm>
            <a:off x="148223" y="4107725"/>
            <a:ext cx="111760" cy="1378676"/>
          </a:xfrm>
          <a:prstGeom prst="rect">
            <a:avLst/>
          </a:prstGeom>
          <a:solidFill>
            <a:schemeClr val="accent2">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150B6951-4D1B-F192-CD52-37F5BBD182F7}"/>
              </a:ext>
            </a:extLst>
          </p:cNvPr>
          <p:cNvSpPr/>
          <p:nvPr/>
        </p:nvSpPr>
        <p:spPr>
          <a:xfrm>
            <a:off x="224422" y="4107725"/>
            <a:ext cx="11743155" cy="1378676"/>
          </a:xfrm>
          <a:prstGeom prst="rect">
            <a:avLst/>
          </a:prstGeom>
          <a:solidFill>
            <a:schemeClr val="accent2">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b="1" dirty="0">
                <a:solidFill>
                  <a:prstClr val="white"/>
                </a:solidFill>
                <a:latin typeface="Arial" panose="020B0604020202020204" pitchFamily="34" charset="0"/>
                <a:cs typeface="Arial" panose="020B0604020202020204" pitchFamily="34" charset="0"/>
              </a:rPr>
              <a:t>Microservices architecture (often shortened to microservices) refers to an architectural style for developing applications. Microservices allow a large application to be separated into smaller independent parts, with each part having its own realm of responsibility. To serve a single user request, a microservices-based application can call on many internal microservices to compose its response.</a:t>
            </a:r>
            <a:endPar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6" name="Rectangle 5">
            <a:extLst>
              <a:ext uri="{FF2B5EF4-FFF2-40B4-BE49-F238E27FC236}">
                <a16:creationId xmlns:a16="http://schemas.microsoft.com/office/drawing/2014/main" id="{BC6FA38B-4375-1F47-2C33-A8460CBD9D28}"/>
              </a:ext>
            </a:extLst>
          </p:cNvPr>
          <p:cNvSpPr/>
          <p:nvPr/>
        </p:nvSpPr>
        <p:spPr>
          <a:xfrm>
            <a:off x="148223" y="5643015"/>
            <a:ext cx="111760" cy="904544"/>
          </a:xfrm>
          <a:prstGeom prst="rect">
            <a:avLst/>
          </a:prstGeom>
          <a:solidFill>
            <a:schemeClr val="accent2">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028E5B8E-6ECF-0283-50BA-49B354B32C77}"/>
              </a:ext>
            </a:extLst>
          </p:cNvPr>
          <p:cNvSpPr/>
          <p:nvPr/>
        </p:nvSpPr>
        <p:spPr>
          <a:xfrm>
            <a:off x="224422" y="5643015"/>
            <a:ext cx="11743155" cy="904544"/>
          </a:xfrm>
          <a:prstGeom prst="rect">
            <a:avLst/>
          </a:prstGeom>
          <a:solidFill>
            <a:schemeClr val="accent2">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b="1" dirty="0">
                <a:solidFill>
                  <a:prstClr val="white"/>
                </a:solidFill>
                <a:latin typeface="Arial" panose="020B0604020202020204" pitchFamily="34" charset="0"/>
                <a:cs typeface="Arial" panose="020B0604020202020204" pitchFamily="34" charset="0"/>
              </a:rPr>
              <a:t>A microservices architecture is a type of application architecture where the application is developed as a collection of services. It provides the framework to develop, deploy, and maintain microservices architecture diagrams and services independently.</a:t>
            </a:r>
            <a:endPar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1667974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150DD-0938-1177-F34B-FC2005B1CCAC}"/>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660F593D-6F46-B008-11F8-D9CE0E473470}"/>
              </a:ext>
            </a:extLst>
          </p:cNvPr>
          <p:cNvSpPr>
            <a:spLocks noGrp="1"/>
          </p:cNvSpPr>
          <p:nvPr>
            <p:ph type="title"/>
          </p:nvPr>
        </p:nvSpPr>
        <p:spPr>
          <a:xfrm>
            <a:off x="0" y="117984"/>
            <a:ext cx="10515600" cy="1325563"/>
          </a:xfrm>
        </p:spPr>
        <p:txBody>
          <a:bodyPr/>
          <a:lstStyle/>
          <a:p>
            <a:r>
              <a:rPr lang="en-US" b="1" dirty="0"/>
              <a:t>What is Microservices Architecture?</a:t>
            </a:r>
          </a:p>
        </p:txBody>
      </p:sp>
      <p:sp>
        <p:nvSpPr>
          <p:cNvPr id="13" name="Rectangle 12">
            <a:extLst>
              <a:ext uri="{FF2B5EF4-FFF2-40B4-BE49-F238E27FC236}">
                <a16:creationId xmlns:a16="http://schemas.microsoft.com/office/drawing/2014/main" id="{BF9BF1B8-8240-19C4-46CD-63827657CF7D}"/>
              </a:ext>
            </a:extLst>
          </p:cNvPr>
          <p:cNvSpPr/>
          <p:nvPr/>
        </p:nvSpPr>
        <p:spPr>
          <a:xfrm>
            <a:off x="125645" y="1229057"/>
            <a:ext cx="111760" cy="1446410"/>
          </a:xfrm>
          <a:prstGeom prst="rect">
            <a:avLst/>
          </a:prstGeom>
          <a:solidFill>
            <a:schemeClr val="accent2">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7C2CAA9C-EE19-4278-06C2-FFBF1201FF6C}"/>
              </a:ext>
            </a:extLst>
          </p:cNvPr>
          <p:cNvSpPr/>
          <p:nvPr/>
        </p:nvSpPr>
        <p:spPr>
          <a:xfrm>
            <a:off x="201844" y="1229057"/>
            <a:ext cx="11743155" cy="1446410"/>
          </a:xfrm>
          <a:prstGeom prst="rect">
            <a:avLst/>
          </a:prstGeom>
          <a:solidFill>
            <a:schemeClr val="accent2">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b="1" dirty="0">
                <a:solidFill>
                  <a:prstClr val="white"/>
                </a:solidFill>
                <a:latin typeface="Arial" panose="020B0604020202020204" pitchFamily="34" charset="0"/>
                <a:cs typeface="Arial" panose="020B0604020202020204" pitchFamily="34" charset="0"/>
              </a:rPr>
              <a:t>Microservices typically:</a:t>
            </a:r>
          </a:p>
          <a:p>
            <a:pPr marL="285750" lvl="0" indent="-285750">
              <a:buFont typeface="Arial" panose="020B0604020202020204" pitchFamily="34" charset="0"/>
              <a:buChar char="•"/>
              <a:defRPr/>
            </a:pPr>
            <a:r>
              <a:rPr lang="en-US" sz="1600" b="1" dirty="0">
                <a:solidFill>
                  <a:prstClr val="white"/>
                </a:solidFill>
                <a:latin typeface="Arial" panose="020B0604020202020204" pitchFamily="34" charset="0"/>
                <a:cs typeface="Arial" panose="020B0604020202020204" pitchFamily="34" charset="0"/>
              </a:rPr>
              <a:t>Have their own technology stack, inclusive of the database and data management model.</a:t>
            </a:r>
          </a:p>
          <a:p>
            <a:pPr marL="285750" lvl="0" indent="-285750">
              <a:buFont typeface="Arial" panose="020B0604020202020204" pitchFamily="34" charset="0"/>
              <a:buChar char="•"/>
              <a:defRPr/>
            </a:pPr>
            <a:r>
              <a:rPr lang="en-US" sz="1600" b="1" dirty="0">
                <a:solidFill>
                  <a:prstClr val="white"/>
                </a:solidFill>
                <a:latin typeface="Arial" panose="020B0604020202020204" pitchFamily="34" charset="0"/>
                <a:cs typeface="Arial" panose="020B0604020202020204" pitchFamily="34" charset="0"/>
              </a:rPr>
              <a:t>Communicate with one another over a combination of representational state transfer (REST) APIs, event streaming and message brokers.</a:t>
            </a:r>
          </a:p>
          <a:p>
            <a:pPr marL="285750" lvl="0" indent="-285750">
              <a:buFont typeface="Arial" panose="020B0604020202020204" pitchFamily="34" charset="0"/>
              <a:buChar char="•"/>
              <a:defRPr/>
            </a:pPr>
            <a:r>
              <a:rPr lang="en-US" sz="1600" b="1" dirty="0">
                <a:solidFill>
                  <a:prstClr val="white"/>
                </a:solidFill>
                <a:latin typeface="Arial" panose="020B0604020202020204" pitchFamily="34" charset="0"/>
                <a:cs typeface="Arial" panose="020B0604020202020204" pitchFamily="34" charset="0"/>
              </a:rPr>
              <a:t>Are organized by business capability, with the line separating services often referred to as a bounded context.</a:t>
            </a:r>
            <a:endParaRPr kumimoji="0" lang="en-US" sz="1600" b="1"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p:txBody>
      </p:sp>
      <p:pic>
        <p:nvPicPr>
          <p:cNvPr id="12" name="Graphic 11">
            <a:extLst>
              <a:ext uri="{FF2B5EF4-FFF2-40B4-BE49-F238E27FC236}">
                <a16:creationId xmlns:a16="http://schemas.microsoft.com/office/drawing/2014/main" id="{AB4AB23E-612E-B035-2FBB-7723C1A552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2800" y="2765778"/>
            <a:ext cx="10566400" cy="3974238"/>
          </a:xfrm>
          <a:prstGeom prst="rect">
            <a:avLst/>
          </a:prstGeom>
        </p:spPr>
      </p:pic>
    </p:spTree>
    <p:extLst>
      <p:ext uri="{BB962C8B-B14F-4D97-AF65-F5344CB8AC3E}">
        <p14:creationId xmlns:p14="http://schemas.microsoft.com/office/powerpoint/2010/main" val="12875222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2">
                <a:lumMod val="50000"/>
              </a:schemeClr>
            </a:gs>
            <a:gs pos="74000">
              <a:schemeClr val="accent2">
                <a:lumMod val="50000"/>
              </a:schemeClr>
            </a:gs>
            <a:gs pos="83000">
              <a:schemeClr val="accent2">
                <a:lumMod val="50000"/>
              </a:schemeClr>
            </a:gs>
            <a:gs pos="100000">
              <a:schemeClr val="accent2">
                <a:lumMod val="50000"/>
              </a:schemeClr>
            </a:gs>
          </a:gsLst>
          <a:lin ang="5400000" scaled="1"/>
        </a:gradFill>
        <a:effectLst/>
      </p:bgPr>
    </p:bg>
    <p:spTree>
      <p:nvGrpSpPr>
        <p:cNvPr id="1" name="">
          <a:extLst>
            <a:ext uri="{FF2B5EF4-FFF2-40B4-BE49-F238E27FC236}">
              <a16:creationId xmlns:a16="http://schemas.microsoft.com/office/drawing/2014/main" id="{FA82E405-B617-4A07-7438-B61F56C81E8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486E1FF-D3DB-461D-9DAC-28D98C73B0B9}"/>
              </a:ext>
            </a:extLst>
          </p:cNvPr>
          <p:cNvPicPr>
            <a:picLocks noChangeAspect="1"/>
          </p:cNvPicPr>
          <p:nvPr/>
        </p:nvPicPr>
        <p:blipFill>
          <a:blip r:embed="rId2"/>
          <a:srcRect l="1550" t="1652" r="587" b="1513"/>
          <a:stretch>
            <a:fillRect/>
          </a:stretch>
        </p:blipFill>
        <p:spPr>
          <a:xfrm>
            <a:off x="275302" y="167146"/>
            <a:ext cx="8485239" cy="4198375"/>
          </a:xfrm>
          <a:prstGeom prst="rect">
            <a:avLst/>
          </a:prstGeom>
        </p:spPr>
      </p:pic>
      <p:sp>
        <p:nvSpPr>
          <p:cNvPr id="6" name="TextBox 5">
            <a:extLst>
              <a:ext uri="{FF2B5EF4-FFF2-40B4-BE49-F238E27FC236}">
                <a16:creationId xmlns:a16="http://schemas.microsoft.com/office/drawing/2014/main" id="{25AE0E7F-B007-50DB-4524-40BE4B78CEB2}"/>
              </a:ext>
            </a:extLst>
          </p:cNvPr>
          <p:cNvSpPr txBox="1"/>
          <p:nvPr/>
        </p:nvSpPr>
        <p:spPr>
          <a:xfrm>
            <a:off x="145620" y="4607268"/>
            <a:ext cx="11198942" cy="1569660"/>
          </a:xfrm>
          <a:prstGeom prst="rect">
            <a:avLst/>
          </a:prstGeom>
          <a:noFill/>
        </p:spPr>
        <p:txBody>
          <a:bodyPr wrap="square" rtlCol="0">
            <a:spAutoFit/>
          </a:bodyPr>
          <a:lstStyle/>
          <a:p>
            <a:r>
              <a:rPr lang="en-US" sz="2400" b="1" i="1" dirty="0">
                <a:solidFill>
                  <a:schemeClr val="bg1"/>
                </a:solidFill>
                <a:latin typeface="Arial" panose="020B0604020202020204" pitchFamily="34" charset="0"/>
                <a:cs typeface="Arial" panose="020B0604020202020204" pitchFamily="34" charset="0"/>
              </a:rPr>
              <a:t>The microservice architectural style is an approach to developing a single application as a suite of small services, each running in its own process and communicating with lightweight mechanisms, often an HTTP resource API.</a:t>
            </a:r>
          </a:p>
        </p:txBody>
      </p:sp>
    </p:spTree>
    <p:extLst>
      <p:ext uri="{BB962C8B-B14F-4D97-AF65-F5344CB8AC3E}">
        <p14:creationId xmlns:p14="http://schemas.microsoft.com/office/powerpoint/2010/main" val="23708473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A9E6D-AA83-3B6A-92CB-16C80EBFA1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EEA2D5-D18E-66E8-8420-5CF0087792B9}"/>
              </a:ext>
            </a:extLst>
          </p:cNvPr>
          <p:cNvSpPr>
            <a:spLocks noGrp="1"/>
          </p:cNvSpPr>
          <p:nvPr>
            <p:ph type="title"/>
          </p:nvPr>
        </p:nvSpPr>
        <p:spPr>
          <a:xfrm>
            <a:off x="9345" y="-112262"/>
            <a:ext cx="11996331" cy="1325563"/>
          </a:xfrm>
        </p:spPr>
        <p:txBody>
          <a:bodyPr>
            <a:normAutofit/>
          </a:bodyPr>
          <a:lstStyle/>
          <a:p>
            <a:r>
              <a:rPr lang="en-US" b="1" dirty="0">
                <a:latin typeface="Times New Roman" panose="02020603050405020304" pitchFamily="18" charset="0"/>
                <a:cs typeface="Times New Roman" panose="02020603050405020304" pitchFamily="18" charset="0"/>
              </a:rPr>
              <a:t>The idea of API Gateway:</a:t>
            </a:r>
            <a:endParaRPr lang="en-US" sz="4200" b="1"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8BFBDBA2-559E-0952-68CC-D4B163292ED5}"/>
              </a:ext>
            </a:extLst>
          </p:cNvPr>
          <p:cNvPicPr>
            <a:picLocks noChangeAspect="1"/>
          </p:cNvPicPr>
          <p:nvPr/>
        </p:nvPicPr>
        <p:blipFill>
          <a:blip r:embed="rId3"/>
          <a:stretch>
            <a:fillRect/>
          </a:stretch>
        </p:blipFill>
        <p:spPr>
          <a:xfrm>
            <a:off x="159160" y="1515217"/>
            <a:ext cx="2364965" cy="1619248"/>
          </a:xfrm>
          <a:prstGeom prst="rect">
            <a:avLst/>
          </a:prstGeom>
        </p:spPr>
      </p:pic>
      <p:pic>
        <p:nvPicPr>
          <p:cNvPr id="11" name="Picture 10">
            <a:extLst>
              <a:ext uri="{FF2B5EF4-FFF2-40B4-BE49-F238E27FC236}">
                <a16:creationId xmlns:a16="http://schemas.microsoft.com/office/drawing/2014/main" id="{25503DC6-8B79-2F0D-BE25-85EB8694B95D}"/>
              </a:ext>
            </a:extLst>
          </p:cNvPr>
          <p:cNvPicPr>
            <a:picLocks noChangeAspect="1"/>
          </p:cNvPicPr>
          <p:nvPr/>
        </p:nvPicPr>
        <p:blipFill>
          <a:blip r:embed="rId3"/>
          <a:stretch>
            <a:fillRect/>
          </a:stretch>
        </p:blipFill>
        <p:spPr>
          <a:xfrm>
            <a:off x="3731035" y="1515217"/>
            <a:ext cx="2364965" cy="1619248"/>
          </a:xfrm>
          <a:prstGeom prst="rect">
            <a:avLst/>
          </a:prstGeom>
        </p:spPr>
      </p:pic>
      <p:pic>
        <p:nvPicPr>
          <p:cNvPr id="12" name="Picture 11">
            <a:extLst>
              <a:ext uri="{FF2B5EF4-FFF2-40B4-BE49-F238E27FC236}">
                <a16:creationId xmlns:a16="http://schemas.microsoft.com/office/drawing/2014/main" id="{D79124AB-2A16-AA63-A1CB-EAFDE4D3D3A5}"/>
              </a:ext>
            </a:extLst>
          </p:cNvPr>
          <p:cNvPicPr>
            <a:picLocks noChangeAspect="1"/>
          </p:cNvPicPr>
          <p:nvPr/>
        </p:nvPicPr>
        <p:blipFill>
          <a:blip r:embed="rId3"/>
          <a:stretch>
            <a:fillRect/>
          </a:stretch>
        </p:blipFill>
        <p:spPr>
          <a:xfrm>
            <a:off x="3731035" y="4161685"/>
            <a:ext cx="2364965" cy="1619248"/>
          </a:xfrm>
          <a:prstGeom prst="rect">
            <a:avLst/>
          </a:prstGeom>
        </p:spPr>
      </p:pic>
      <p:pic>
        <p:nvPicPr>
          <p:cNvPr id="13" name="Picture 12">
            <a:extLst>
              <a:ext uri="{FF2B5EF4-FFF2-40B4-BE49-F238E27FC236}">
                <a16:creationId xmlns:a16="http://schemas.microsoft.com/office/drawing/2014/main" id="{295DD487-72AA-A476-F5CD-3EF6E07E8733}"/>
              </a:ext>
            </a:extLst>
          </p:cNvPr>
          <p:cNvPicPr>
            <a:picLocks noChangeAspect="1"/>
          </p:cNvPicPr>
          <p:nvPr/>
        </p:nvPicPr>
        <p:blipFill>
          <a:blip r:embed="rId3"/>
          <a:stretch>
            <a:fillRect/>
          </a:stretch>
        </p:blipFill>
        <p:spPr>
          <a:xfrm>
            <a:off x="159160" y="4161685"/>
            <a:ext cx="2364965" cy="1619248"/>
          </a:xfrm>
          <a:prstGeom prst="rect">
            <a:avLst/>
          </a:prstGeom>
        </p:spPr>
      </p:pic>
      <p:cxnSp>
        <p:nvCxnSpPr>
          <p:cNvPr id="14" name="Straight Arrow Connector 13">
            <a:extLst>
              <a:ext uri="{FF2B5EF4-FFF2-40B4-BE49-F238E27FC236}">
                <a16:creationId xmlns:a16="http://schemas.microsoft.com/office/drawing/2014/main" id="{31F086BB-BA4B-1183-8467-0ACD0D9627CB}"/>
              </a:ext>
            </a:extLst>
          </p:cNvPr>
          <p:cNvCxnSpPr>
            <a:stCxn id="10" idx="3"/>
            <a:endCxn id="11" idx="1"/>
          </p:cNvCxnSpPr>
          <p:nvPr/>
        </p:nvCxnSpPr>
        <p:spPr>
          <a:xfrm>
            <a:off x="2524125" y="2324841"/>
            <a:ext cx="1206910" cy="0"/>
          </a:xfrm>
          <a:prstGeom prst="straightConnector1">
            <a:avLst/>
          </a:prstGeom>
          <a:ln w="28575">
            <a:headEnd type="triangle"/>
            <a:tailEnd type="triangle"/>
          </a:ln>
        </p:spPr>
        <p:style>
          <a:lnRef idx="2">
            <a:schemeClr val="dk1"/>
          </a:lnRef>
          <a:fillRef idx="0">
            <a:schemeClr val="dk1"/>
          </a:fillRef>
          <a:effectRef idx="1">
            <a:schemeClr val="dk1"/>
          </a:effectRef>
          <a:fontRef idx="minor">
            <a:schemeClr val="tx1"/>
          </a:fontRef>
        </p:style>
      </p:cxnSp>
      <p:cxnSp>
        <p:nvCxnSpPr>
          <p:cNvPr id="15" name="Straight Arrow Connector 14">
            <a:extLst>
              <a:ext uri="{FF2B5EF4-FFF2-40B4-BE49-F238E27FC236}">
                <a16:creationId xmlns:a16="http://schemas.microsoft.com/office/drawing/2014/main" id="{F874CE88-2047-02E3-790B-6FE65DEC04DC}"/>
              </a:ext>
            </a:extLst>
          </p:cNvPr>
          <p:cNvCxnSpPr>
            <a:cxnSpLocks/>
            <a:stCxn id="10" idx="2"/>
            <a:endCxn id="13" idx="0"/>
          </p:cNvCxnSpPr>
          <p:nvPr/>
        </p:nvCxnSpPr>
        <p:spPr>
          <a:xfrm>
            <a:off x="1341643" y="3134465"/>
            <a:ext cx="0" cy="1027220"/>
          </a:xfrm>
          <a:prstGeom prst="straightConnector1">
            <a:avLst/>
          </a:prstGeom>
          <a:ln w="28575">
            <a:headEnd type="triangle"/>
            <a:tailEnd type="triangle"/>
          </a:ln>
        </p:spPr>
        <p:style>
          <a:lnRef idx="2">
            <a:schemeClr val="dk1"/>
          </a:lnRef>
          <a:fillRef idx="0">
            <a:schemeClr val="dk1"/>
          </a:fillRef>
          <a:effectRef idx="1">
            <a:schemeClr val="dk1"/>
          </a:effectRef>
          <a:fontRef idx="minor">
            <a:schemeClr val="tx1"/>
          </a:fontRef>
        </p:style>
      </p:cxnSp>
      <p:cxnSp>
        <p:nvCxnSpPr>
          <p:cNvPr id="16" name="Straight Arrow Connector 15">
            <a:extLst>
              <a:ext uri="{FF2B5EF4-FFF2-40B4-BE49-F238E27FC236}">
                <a16:creationId xmlns:a16="http://schemas.microsoft.com/office/drawing/2014/main" id="{BC70B0E5-07A4-5916-8E0F-632DA6DE3ADF}"/>
              </a:ext>
            </a:extLst>
          </p:cNvPr>
          <p:cNvCxnSpPr/>
          <p:nvPr/>
        </p:nvCxnSpPr>
        <p:spPr>
          <a:xfrm>
            <a:off x="2524125" y="4991100"/>
            <a:ext cx="1206910" cy="0"/>
          </a:xfrm>
          <a:prstGeom prst="straightConnector1">
            <a:avLst/>
          </a:prstGeom>
          <a:ln w="28575">
            <a:headEnd type="triangle"/>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321DD327-116C-DEBD-34DC-4E79B2842021}"/>
              </a:ext>
            </a:extLst>
          </p:cNvPr>
          <p:cNvCxnSpPr>
            <a:cxnSpLocks/>
          </p:cNvCxnSpPr>
          <p:nvPr/>
        </p:nvCxnSpPr>
        <p:spPr>
          <a:xfrm>
            <a:off x="4913517" y="3134465"/>
            <a:ext cx="0" cy="1027220"/>
          </a:xfrm>
          <a:prstGeom prst="straightConnector1">
            <a:avLst/>
          </a:prstGeom>
          <a:ln w="28575">
            <a:headEnd type="triangle"/>
            <a:tailEnd type="triangle"/>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4A316A62-F651-0F69-B497-011DD3522959}"/>
              </a:ext>
            </a:extLst>
          </p:cNvPr>
          <p:cNvCxnSpPr>
            <a:cxnSpLocks/>
            <a:stCxn id="10" idx="2"/>
            <a:endCxn id="12" idx="0"/>
          </p:cNvCxnSpPr>
          <p:nvPr/>
        </p:nvCxnSpPr>
        <p:spPr>
          <a:xfrm>
            <a:off x="1341643" y="3134465"/>
            <a:ext cx="3571875" cy="1027220"/>
          </a:xfrm>
          <a:prstGeom prst="straightConnector1">
            <a:avLst/>
          </a:prstGeom>
          <a:ln w="28575">
            <a:headEnd type="triangle"/>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163990C7-C46B-710D-FB6F-15FFBA2446A7}"/>
              </a:ext>
            </a:extLst>
          </p:cNvPr>
          <p:cNvCxnSpPr>
            <a:cxnSpLocks/>
            <a:stCxn id="11" idx="2"/>
            <a:endCxn id="13" idx="0"/>
          </p:cNvCxnSpPr>
          <p:nvPr/>
        </p:nvCxnSpPr>
        <p:spPr>
          <a:xfrm flipH="1">
            <a:off x="1341643" y="3134465"/>
            <a:ext cx="3571875" cy="1027220"/>
          </a:xfrm>
          <a:prstGeom prst="straightConnector1">
            <a:avLst/>
          </a:prstGeom>
          <a:ln w="28575">
            <a:headEnd type="triangle"/>
            <a:tailEnd type="triangle"/>
          </a:ln>
        </p:spPr>
        <p:style>
          <a:lnRef idx="2">
            <a:schemeClr val="dk1"/>
          </a:lnRef>
          <a:fillRef idx="0">
            <a:schemeClr val="dk1"/>
          </a:fillRef>
          <a:effectRef idx="1">
            <a:schemeClr val="dk1"/>
          </a:effectRef>
          <a:fontRef idx="minor">
            <a:schemeClr val="tx1"/>
          </a:fontRef>
        </p:style>
      </p:cxnSp>
      <p:sp>
        <p:nvSpPr>
          <p:cNvPr id="20" name="Rectangle 19">
            <a:extLst>
              <a:ext uri="{FF2B5EF4-FFF2-40B4-BE49-F238E27FC236}">
                <a16:creationId xmlns:a16="http://schemas.microsoft.com/office/drawing/2014/main" id="{A5974CE6-0868-5AAB-2EEE-77B82D4C7290}"/>
              </a:ext>
            </a:extLst>
          </p:cNvPr>
          <p:cNvSpPr/>
          <p:nvPr/>
        </p:nvSpPr>
        <p:spPr>
          <a:xfrm>
            <a:off x="6153150" y="1128658"/>
            <a:ext cx="6000930" cy="888492"/>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rial" panose="020B0604020202020204" pitchFamily="34" charset="0"/>
                <a:cs typeface="Arial" panose="020B0604020202020204" pitchFamily="34" charset="0"/>
              </a:rPr>
              <a:t>Now we have these processes running simultaneously; in other words, the processes are parallel</a:t>
            </a:r>
          </a:p>
        </p:txBody>
      </p:sp>
      <p:sp>
        <p:nvSpPr>
          <p:cNvPr id="21" name="Rectangle 20">
            <a:extLst>
              <a:ext uri="{FF2B5EF4-FFF2-40B4-BE49-F238E27FC236}">
                <a16:creationId xmlns:a16="http://schemas.microsoft.com/office/drawing/2014/main" id="{3BC762AE-4BAB-BEB9-7E1E-98C5A7DA1C25}"/>
              </a:ext>
            </a:extLst>
          </p:cNvPr>
          <p:cNvSpPr/>
          <p:nvPr/>
        </p:nvSpPr>
        <p:spPr>
          <a:xfrm>
            <a:off x="6153150" y="2177148"/>
            <a:ext cx="6000930" cy="888492"/>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rial" panose="020B0604020202020204" pitchFamily="34" charset="0"/>
                <a:cs typeface="Arial" panose="020B0604020202020204" pitchFamily="34" charset="0"/>
              </a:rPr>
              <a:t>Since we have running instances, we need communication, so we need something shared at this time; it will be the network, not RAM</a:t>
            </a:r>
          </a:p>
        </p:txBody>
      </p:sp>
      <p:sp>
        <p:nvSpPr>
          <p:cNvPr id="23" name="Rectangle 22">
            <a:extLst>
              <a:ext uri="{FF2B5EF4-FFF2-40B4-BE49-F238E27FC236}">
                <a16:creationId xmlns:a16="http://schemas.microsoft.com/office/drawing/2014/main" id="{31F651F9-AA49-652F-4CC5-5ADEA29025EF}"/>
              </a:ext>
            </a:extLst>
          </p:cNvPr>
          <p:cNvSpPr/>
          <p:nvPr/>
        </p:nvSpPr>
        <p:spPr>
          <a:xfrm>
            <a:off x="6153150" y="3212243"/>
            <a:ext cx="6000930" cy="888492"/>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rial" panose="020B0604020202020204" pitchFamily="34" charset="0"/>
                <a:cs typeface="Arial" panose="020B0604020202020204" pitchFamily="34" charset="0"/>
              </a:rPr>
              <a:t>Two main parts will guide our design: the HTTP request and how the data transfers through the network (JSON)</a:t>
            </a:r>
          </a:p>
        </p:txBody>
      </p:sp>
      <p:sp>
        <p:nvSpPr>
          <p:cNvPr id="24" name="Rectangle 23">
            <a:extLst>
              <a:ext uri="{FF2B5EF4-FFF2-40B4-BE49-F238E27FC236}">
                <a16:creationId xmlns:a16="http://schemas.microsoft.com/office/drawing/2014/main" id="{6B330039-8C66-81DE-5DC2-9285B1E9137F}"/>
              </a:ext>
            </a:extLst>
          </p:cNvPr>
          <p:cNvSpPr/>
          <p:nvPr/>
        </p:nvSpPr>
        <p:spPr>
          <a:xfrm>
            <a:off x="6153150" y="4260733"/>
            <a:ext cx="6000930" cy="888492"/>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rial" panose="020B0604020202020204" pitchFamily="34" charset="0"/>
                <a:cs typeface="Arial" panose="020B0604020202020204" pitchFamily="34" charset="0"/>
              </a:rPr>
              <a:t>Since our apps communicate through the network, we are doing network/web programming.</a:t>
            </a:r>
          </a:p>
        </p:txBody>
      </p:sp>
      <p:sp>
        <p:nvSpPr>
          <p:cNvPr id="25" name="TextBox 24">
            <a:extLst>
              <a:ext uri="{FF2B5EF4-FFF2-40B4-BE49-F238E27FC236}">
                <a16:creationId xmlns:a16="http://schemas.microsoft.com/office/drawing/2014/main" id="{C1C873ED-1C1F-5704-9DA8-BE6E07FA65B2}"/>
              </a:ext>
            </a:extLst>
          </p:cNvPr>
          <p:cNvSpPr txBox="1"/>
          <p:nvPr/>
        </p:nvSpPr>
        <p:spPr>
          <a:xfrm>
            <a:off x="786118" y="5876226"/>
            <a:ext cx="1278656" cy="461665"/>
          </a:xfrm>
          <a:prstGeom prst="rect">
            <a:avLst/>
          </a:prstGeom>
          <a:noFill/>
        </p:spPr>
        <p:txBody>
          <a:bodyPr wrap="square" rtlCol="0">
            <a:spAutoFit/>
          </a:bodyPr>
          <a:lstStyle/>
          <a:p>
            <a:r>
              <a:rPr lang="en-US" sz="2400" b="1" dirty="0">
                <a:solidFill>
                  <a:srgbClr val="FF0000"/>
                </a:solidFill>
                <a:latin typeface="Arial" panose="020B0604020202020204" pitchFamily="34" charset="0"/>
                <a:cs typeface="Arial" panose="020B0604020202020204" pitchFamily="34" charset="0"/>
              </a:rPr>
              <a:t>Service</a:t>
            </a:r>
            <a:r>
              <a:rPr lang="en-US" dirty="0"/>
              <a:t> </a:t>
            </a:r>
          </a:p>
        </p:txBody>
      </p:sp>
      <p:sp>
        <p:nvSpPr>
          <p:cNvPr id="26" name="TextBox 25">
            <a:extLst>
              <a:ext uri="{FF2B5EF4-FFF2-40B4-BE49-F238E27FC236}">
                <a16:creationId xmlns:a16="http://schemas.microsoft.com/office/drawing/2014/main" id="{54DD3CE5-C670-89CB-FB1D-5A73C1F45FBA}"/>
              </a:ext>
            </a:extLst>
          </p:cNvPr>
          <p:cNvSpPr txBox="1"/>
          <p:nvPr/>
        </p:nvSpPr>
        <p:spPr>
          <a:xfrm>
            <a:off x="786118" y="946765"/>
            <a:ext cx="1278656" cy="461665"/>
          </a:xfrm>
          <a:prstGeom prst="rect">
            <a:avLst/>
          </a:prstGeom>
          <a:noFill/>
        </p:spPr>
        <p:txBody>
          <a:bodyPr wrap="square" rtlCol="0">
            <a:spAutoFit/>
          </a:bodyPr>
          <a:lstStyle/>
          <a:p>
            <a:r>
              <a:rPr lang="en-US" sz="2400" b="1" dirty="0">
                <a:solidFill>
                  <a:srgbClr val="FF0000"/>
                </a:solidFill>
                <a:latin typeface="Arial" panose="020B0604020202020204" pitchFamily="34" charset="0"/>
                <a:cs typeface="Arial" panose="020B0604020202020204" pitchFamily="34" charset="0"/>
              </a:rPr>
              <a:t>Service</a:t>
            </a:r>
            <a:r>
              <a:rPr lang="en-US" dirty="0"/>
              <a:t> </a:t>
            </a:r>
          </a:p>
        </p:txBody>
      </p:sp>
      <p:sp>
        <p:nvSpPr>
          <p:cNvPr id="27" name="TextBox 26">
            <a:extLst>
              <a:ext uri="{FF2B5EF4-FFF2-40B4-BE49-F238E27FC236}">
                <a16:creationId xmlns:a16="http://schemas.microsoft.com/office/drawing/2014/main" id="{9F575093-CF4F-1894-6A55-534B2AF6B0E8}"/>
              </a:ext>
            </a:extLst>
          </p:cNvPr>
          <p:cNvSpPr txBox="1"/>
          <p:nvPr/>
        </p:nvSpPr>
        <p:spPr>
          <a:xfrm>
            <a:off x="4206591" y="5876226"/>
            <a:ext cx="1278656" cy="461665"/>
          </a:xfrm>
          <a:prstGeom prst="rect">
            <a:avLst/>
          </a:prstGeom>
          <a:noFill/>
        </p:spPr>
        <p:txBody>
          <a:bodyPr wrap="square" rtlCol="0">
            <a:spAutoFit/>
          </a:bodyPr>
          <a:lstStyle/>
          <a:p>
            <a:r>
              <a:rPr lang="en-US" sz="2400" b="1" dirty="0">
                <a:solidFill>
                  <a:srgbClr val="FF0000"/>
                </a:solidFill>
                <a:latin typeface="Arial" panose="020B0604020202020204" pitchFamily="34" charset="0"/>
                <a:cs typeface="Arial" panose="020B0604020202020204" pitchFamily="34" charset="0"/>
              </a:rPr>
              <a:t>Service</a:t>
            </a:r>
            <a:r>
              <a:rPr lang="en-US" dirty="0"/>
              <a:t> </a:t>
            </a:r>
          </a:p>
        </p:txBody>
      </p:sp>
      <p:sp>
        <p:nvSpPr>
          <p:cNvPr id="28" name="TextBox 27">
            <a:extLst>
              <a:ext uri="{FF2B5EF4-FFF2-40B4-BE49-F238E27FC236}">
                <a16:creationId xmlns:a16="http://schemas.microsoft.com/office/drawing/2014/main" id="{9F9E24CC-F8D2-9D89-0688-74969072F462}"/>
              </a:ext>
            </a:extLst>
          </p:cNvPr>
          <p:cNvSpPr txBox="1"/>
          <p:nvPr/>
        </p:nvSpPr>
        <p:spPr>
          <a:xfrm>
            <a:off x="4206591" y="946765"/>
            <a:ext cx="1278656" cy="461665"/>
          </a:xfrm>
          <a:prstGeom prst="rect">
            <a:avLst/>
          </a:prstGeom>
          <a:noFill/>
        </p:spPr>
        <p:txBody>
          <a:bodyPr wrap="square" rtlCol="0">
            <a:spAutoFit/>
          </a:bodyPr>
          <a:lstStyle/>
          <a:p>
            <a:r>
              <a:rPr lang="en-US" sz="2400" b="1" dirty="0">
                <a:solidFill>
                  <a:srgbClr val="FF0000"/>
                </a:solidFill>
                <a:latin typeface="Arial" panose="020B0604020202020204" pitchFamily="34" charset="0"/>
                <a:cs typeface="Arial" panose="020B0604020202020204" pitchFamily="34" charset="0"/>
              </a:rPr>
              <a:t>Service</a:t>
            </a:r>
            <a:r>
              <a:rPr lang="en-US" dirty="0"/>
              <a:t> </a:t>
            </a:r>
          </a:p>
        </p:txBody>
      </p:sp>
      <p:sp>
        <p:nvSpPr>
          <p:cNvPr id="29" name="Rectangle 28">
            <a:extLst>
              <a:ext uri="{FF2B5EF4-FFF2-40B4-BE49-F238E27FC236}">
                <a16:creationId xmlns:a16="http://schemas.microsoft.com/office/drawing/2014/main" id="{44627E41-41FF-2096-4721-EED0802AD82B}"/>
              </a:ext>
            </a:extLst>
          </p:cNvPr>
          <p:cNvSpPr/>
          <p:nvPr/>
        </p:nvSpPr>
        <p:spPr>
          <a:xfrm>
            <a:off x="6153150" y="5267862"/>
            <a:ext cx="6000930" cy="1486092"/>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rial" panose="020B0604020202020204" pitchFamily="34" charset="0"/>
                <a:cs typeface="Arial" panose="020B0604020202020204" pitchFamily="34" charset="0"/>
              </a:rPr>
              <a:t>Now we need an API Gateway, which is a software layer that presents a single entry point for clients (such as web or mobile applications) to access multiple backend services, while simultaneously managing client/server interactions.</a:t>
            </a:r>
          </a:p>
        </p:txBody>
      </p:sp>
    </p:spTree>
    <p:extLst>
      <p:ext uri="{BB962C8B-B14F-4D97-AF65-F5344CB8AC3E}">
        <p14:creationId xmlns:p14="http://schemas.microsoft.com/office/powerpoint/2010/main" val="9290160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500"/>
                                        <p:tgtEl>
                                          <p:spTgt spid="2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wipe(down)">
                                      <p:cBhvr>
                                        <p:cTn id="32" dur="500"/>
                                        <p:tgtEl>
                                          <p:spTgt spid="25"/>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26"/>
                                        </p:tgtEl>
                                        <p:attrNameLst>
                                          <p:attrName>style.visibility</p:attrName>
                                        </p:attrNameLst>
                                      </p:cBhvr>
                                      <p:to>
                                        <p:strVal val="visible"/>
                                      </p:to>
                                    </p:set>
                                    <p:animEffect transition="in" filter="wipe(down)">
                                      <p:cBhvr>
                                        <p:cTn id="35" dur="500"/>
                                        <p:tgtEl>
                                          <p:spTgt spid="26"/>
                                        </p:tgtEl>
                                      </p:cBhvr>
                                    </p:animEffect>
                                  </p:childTnLst>
                                </p:cTn>
                              </p:par>
                              <p:par>
                                <p:cTn id="36" presetID="22" presetClass="entr" presetSubtype="4" fill="hold" grpId="0" nodeType="withEffect">
                                  <p:stCondLst>
                                    <p:cond delay="0"/>
                                  </p:stCondLst>
                                  <p:childTnLst>
                                    <p:set>
                                      <p:cBhvr>
                                        <p:cTn id="37" dur="1" fill="hold">
                                          <p:stCondLst>
                                            <p:cond delay="0"/>
                                          </p:stCondLst>
                                        </p:cTn>
                                        <p:tgtEl>
                                          <p:spTgt spid="27"/>
                                        </p:tgtEl>
                                        <p:attrNameLst>
                                          <p:attrName>style.visibility</p:attrName>
                                        </p:attrNameLst>
                                      </p:cBhvr>
                                      <p:to>
                                        <p:strVal val="visible"/>
                                      </p:to>
                                    </p:set>
                                    <p:animEffect transition="in" filter="wipe(down)">
                                      <p:cBhvr>
                                        <p:cTn id="38" dur="500"/>
                                        <p:tgtEl>
                                          <p:spTgt spid="27"/>
                                        </p:tgtEl>
                                      </p:cBhvr>
                                    </p:animEffect>
                                  </p:childTnLst>
                                </p:cTn>
                              </p:par>
                              <p:par>
                                <p:cTn id="39" presetID="22" presetClass="entr" presetSubtype="4" fill="hold" grpId="0" nodeType="with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wipe(down)">
                                      <p:cBhvr>
                                        <p:cTn id="41"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3" grpId="0" animBg="1"/>
      <p:bldP spid="24" grpId="0" animBg="1"/>
      <p:bldP spid="25" grpId="0"/>
      <p:bldP spid="26" grpId="0"/>
      <p:bldP spid="27" grpId="0"/>
      <p:bldP spid="28" grpId="0"/>
      <p:bldP spid="2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65CAA-3ADC-93E5-4723-DFDCF3AE0E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CC656A-E911-070A-B77B-C7B8142B817C}"/>
              </a:ext>
            </a:extLst>
          </p:cNvPr>
          <p:cNvSpPr>
            <a:spLocks noGrp="1"/>
          </p:cNvSpPr>
          <p:nvPr>
            <p:ph type="title"/>
          </p:nvPr>
        </p:nvSpPr>
        <p:spPr>
          <a:xfrm>
            <a:off x="9345" y="-112262"/>
            <a:ext cx="11996331" cy="1325563"/>
          </a:xfrm>
        </p:spPr>
        <p:txBody>
          <a:bodyPr>
            <a:normAutofit/>
          </a:bodyPr>
          <a:lstStyle/>
          <a:p>
            <a:r>
              <a:rPr lang="en-US" b="1" dirty="0">
                <a:latin typeface="Times New Roman" panose="02020603050405020304" pitchFamily="18" charset="0"/>
                <a:cs typeface="Times New Roman" panose="02020603050405020304" pitchFamily="18" charset="0"/>
              </a:rPr>
              <a:t>The idea of API Gateway:</a:t>
            </a:r>
            <a:endParaRPr lang="en-US" sz="4200" b="1" dirty="0">
              <a:latin typeface="Times New Roman" panose="02020603050405020304" pitchFamily="18" charset="0"/>
              <a:cs typeface="Times New Roman" panose="02020603050405020304" pitchFamily="18" charset="0"/>
            </a:endParaRPr>
          </a:p>
        </p:txBody>
      </p:sp>
      <p:grpSp>
        <p:nvGrpSpPr>
          <p:cNvPr id="4" name="Group 3">
            <a:extLst>
              <a:ext uri="{FF2B5EF4-FFF2-40B4-BE49-F238E27FC236}">
                <a16:creationId xmlns:a16="http://schemas.microsoft.com/office/drawing/2014/main" id="{FB78AAFB-5B5E-9E4D-743C-E8F7B4E03C90}"/>
              </a:ext>
            </a:extLst>
          </p:cNvPr>
          <p:cNvGrpSpPr/>
          <p:nvPr/>
        </p:nvGrpSpPr>
        <p:grpSpPr>
          <a:xfrm>
            <a:off x="6882852" y="1282126"/>
            <a:ext cx="4866479" cy="3103061"/>
            <a:chOff x="5299587" y="1213301"/>
            <a:chExt cx="6223819" cy="5459005"/>
          </a:xfrm>
        </p:grpSpPr>
        <p:sp>
          <p:nvSpPr>
            <p:cNvPr id="3" name="Rectangle 2">
              <a:extLst>
                <a:ext uri="{FF2B5EF4-FFF2-40B4-BE49-F238E27FC236}">
                  <a16:creationId xmlns:a16="http://schemas.microsoft.com/office/drawing/2014/main" id="{68EE5115-3607-48CA-1DCA-E28494A7E568}"/>
                </a:ext>
              </a:extLst>
            </p:cNvPr>
            <p:cNvSpPr/>
            <p:nvPr/>
          </p:nvSpPr>
          <p:spPr>
            <a:xfrm>
              <a:off x="5299587" y="1213302"/>
              <a:ext cx="6223819" cy="5391127"/>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10" name="Picture 9">
              <a:extLst>
                <a:ext uri="{FF2B5EF4-FFF2-40B4-BE49-F238E27FC236}">
                  <a16:creationId xmlns:a16="http://schemas.microsoft.com/office/drawing/2014/main" id="{AA0AEDDC-B248-E2C2-DF7F-ED41FB2FCE07}"/>
                </a:ext>
              </a:extLst>
            </p:cNvPr>
            <p:cNvPicPr>
              <a:picLocks noChangeAspect="1"/>
            </p:cNvPicPr>
            <p:nvPr/>
          </p:nvPicPr>
          <p:blipFill>
            <a:blip r:embed="rId3"/>
            <a:stretch>
              <a:fillRect/>
            </a:stretch>
          </p:blipFill>
          <p:spPr>
            <a:xfrm>
              <a:off x="5429251" y="1781753"/>
              <a:ext cx="2364965" cy="1619248"/>
            </a:xfrm>
            <a:prstGeom prst="rect">
              <a:avLst/>
            </a:prstGeom>
          </p:spPr>
        </p:pic>
        <p:pic>
          <p:nvPicPr>
            <p:cNvPr id="11" name="Picture 10">
              <a:extLst>
                <a:ext uri="{FF2B5EF4-FFF2-40B4-BE49-F238E27FC236}">
                  <a16:creationId xmlns:a16="http://schemas.microsoft.com/office/drawing/2014/main" id="{F81CABEB-2DA8-E303-EA11-6FF2614B6F81}"/>
                </a:ext>
              </a:extLst>
            </p:cNvPr>
            <p:cNvPicPr>
              <a:picLocks noChangeAspect="1"/>
            </p:cNvPicPr>
            <p:nvPr/>
          </p:nvPicPr>
          <p:blipFill>
            <a:blip r:embed="rId3"/>
            <a:stretch>
              <a:fillRect/>
            </a:stretch>
          </p:blipFill>
          <p:spPr>
            <a:xfrm>
              <a:off x="9001126" y="1781753"/>
              <a:ext cx="2364965" cy="1619248"/>
            </a:xfrm>
            <a:prstGeom prst="rect">
              <a:avLst/>
            </a:prstGeom>
          </p:spPr>
        </p:pic>
        <p:pic>
          <p:nvPicPr>
            <p:cNvPr id="12" name="Picture 11">
              <a:extLst>
                <a:ext uri="{FF2B5EF4-FFF2-40B4-BE49-F238E27FC236}">
                  <a16:creationId xmlns:a16="http://schemas.microsoft.com/office/drawing/2014/main" id="{0B694B47-201C-D8BD-D9D5-20346911552D}"/>
                </a:ext>
              </a:extLst>
            </p:cNvPr>
            <p:cNvPicPr>
              <a:picLocks noChangeAspect="1"/>
            </p:cNvPicPr>
            <p:nvPr/>
          </p:nvPicPr>
          <p:blipFill>
            <a:blip r:embed="rId3"/>
            <a:stretch>
              <a:fillRect/>
            </a:stretch>
          </p:blipFill>
          <p:spPr>
            <a:xfrm>
              <a:off x="9001126" y="4428221"/>
              <a:ext cx="2364965" cy="1619248"/>
            </a:xfrm>
            <a:prstGeom prst="rect">
              <a:avLst/>
            </a:prstGeom>
          </p:spPr>
        </p:pic>
        <p:pic>
          <p:nvPicPr>
            <p:cNvPr id="13" name="Picture 12">
              <a:extLst>
                <a:ext uri="{FF2B5EF4-FFF2-40B4-BE49-F238E27FC236}">
                  <a16:creationId xmlns:a16="http://schemas.microsoft.com/office/drawing/2014/main" id="{6C87B28F-F0EE-4958-8E98-DEB520A388EC}"/>
                </a:ext>
              </a:extLst>
            </p:cNvPr>
            <p:cNvPicPr>
              <a:picLocks noChangeAspect="1"/>
            </p:cNvPicPr>
            <p:nvPr/>
          </p:nvPicPr>
          <p:blipFill>
            <a:blip r:embed="rId3"/>
            <a:stretch>
              <a:fillRect/>
            </a:stretch>
          </p:blipFill>
          <p:spPr>
            <a:xfrm>
              <a:off x="5429251" y="4428221"/>
              <a:ext cx="2364965" cy="1619248"/>
            </a:xfrm>
            <a:prstGeom prst="rect">
              <a:avLst/>
            </a:prstGeom>
          </p:spPr>
        </p:pic>
        <p:cxnSp>
          <p:nvCxnSpPr>
            <p:cNvPr id="14" name="Straight Arrow Connector 13">
              <a:extLst>
                <a:ext uri="{FF2B5EF4-FFF2-40B4-BE49-F238E27FC236}">
                  <a16:creationId xmlns:a16="http://schemas.microsoft.com/office/drawing/2014/main" id="{A3C82E82-937B-EFFF-D115-FB14EC0E56A0}"/>
                </a:ext>
              </a:extLst>
            </p:cNvPr>
            <p:cNvCxnSpPr>
              <a:stCxn id="10" idx="3"/>
              <a:endCxn id="11" idx="1"/>
            </p:cNvCxnSpPr>
            <p:nvPr/>
          </p:nvCxnSpPr>
          <p:spPr>
            <a:xfrm>
              <a:off x="7794216" y="2591377"/>
              <a:ext cx="1206910" cy="0"/>
            </a:xfrm>
            <a:prstGeom prst="straightConnector1">
              <a:avLst/>
            </a:prstGeom>
            <a:ln w="28575">
              <a:headEnd type="triangle"/>
              <a:tailEnd type="triangle"/>
            </a:ln>
          </p:spPr>
          <p:style>
            <a:lnRef idx="2">
              <a:schemeClr val="dk1"/>
            </a:lnRef>
            <a:fillRef idx="0">
              <a:schemeClr val="dk1"/>
            </a:fillRef>
            <a:effectRef idx="1">
              <a:schemeClr val="dk1"/>
            </a:effectRef>
            <a:fontRef idx="minor">
              <a:schemeClr val="tx1"/>
            </a:fontRef>
          </p:style>
        </p:cxnSp>
        <p:cxnSp>
          <p:nvCxnSpPr>
            <p:cNvPr id="15" name="Straight Arrow Connector 14">
              <a:extLst>
                <a:ext uri="{FF2B5EF4-FFF2-40B4-BE49-F238E27FC236}">
                  <a16:creationId xmlns:a16="http://schemas.microsoft.com/office/drawing/2014/main" id="{64F379F5-09E1-58B1-A2B7-BDEA88837FC2}"/>
                </a:ext>
              </a:extLst>
            </p:cNvPr>
            <p:cNvCxnSpPr>
              <a:cxnSpLocks/>
              <a:stCxn id="10" idx="2"/>
              <a:endCxn id="13" idx="0"/>
            </p:cNvCxnSpPr>
            <p:nvPr/>
          </p:nvCxnSpPr>
          <p:spPr>
            <a:xfrm>
              <a:off x="6611734" y="3401001"/>
              <a:ext cx="0" cy="1027220"/>
            </a:xfrm>
            <a:prstGeom prst="straightConnector1">
              <a:avLst/>
            </a:prstGeom>
            <a:ln w="28575">
              <a:headEnd type="triangle"/>
              <a:tailEnd type="triangle"/>
            </a:ln>
          </p:spPr>
          <p:style>
            <a:lnRef idx="2">
              <a:schemeClr val="dk1"/>
            </a:lnRef>
            <a:fillRef idx="0">
              <a:schemeClr val="dk1"/>
            </a:fillRef>
            <a:effectRef idx="1">
              <a:schemeClr val="dk1"/>
            </a:effectRef>
            <a:fontRef idx="minor">
              <a:schemeClr val="tx1"/>
            </a:fontRef>
          </p:style>
        </p:cxnSp>
        <p:cxnSp>
          <p:nvCxnSpPr>
            <p:cNvPr id="16" name="Straight Arrow Connector 15">
              <a:extLst>
                <a:ext uri="{FF2B5EF4-FFF2-40B4-BE49-F238E27FC236}">
                  <a16:creationId xmlns:a16="http://schemas.microsoft.com/office/drawing/2014/main" id="{6F95ED1B-8AB5-A999-50B5-9DBD59483A00}"/>
                </a:ext>
              </a:extLst>
            </p:cNvPr>
            <p:cNvCxnSpPr/>
            <p:nvPr/>
          </p:nvCxnSpPr>
          <p:spPr>
            <a:xfrm>
              <a:off x="7794216" y="5257636"/>
              <a:ext cx="1206910" cy="0"/>
            </a:xfrm>
            <a:prstGeom prst="straightConnector1">
              <a:avLst/>
            </a:prstGeom>
            <a:ln w="28575">
              <a:headEnd type="triangle"/>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7566187C-A3D8-C48B-BA03-2F5737AFDDB4}"/>
                </a:ext>
              </a:extLst>
            </p:cNvPr>
            <p:cNvCxnSpPr>
              <a:cxnSpLocks/>
            </p:cNvCxnSpPr>
            <p:nvPr/>
          </p:nvCxnSpPr>
          <p:spPr>
            <a:xfrm>
              <a:off x="10183608" y="3401001"/>
              <a:ext cx="0" cy="1027220"/>
            </a:xfrm>
            <a:prstGeom prst="straightConnector1">
              <a:avLst/>
            </a:prstGeom>
            <a:ln w="28575">
              <a:headEnd type="triangle"/>
              <a:tailEnd type="triangle"/>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82E801B9-C72A-0BBB-5B25-C1EDCDE87686}"/>
                </a:ext>
              </a:extLst>
            </p:cNvPr>
            <p:cNvCxnSpPr>
              <a:cxnSpLocks/>
              <a:stCxn id="10" idx="2"/>
              <a:endCxn id="12" idx="0"/>
            </p:cNvCxnSpPr>
            <p:nvPr/>
          </p:nvCxnSpPr>
          <p:spPr>
            <a:xfrm>
              <a:off x="6611734" y="3401001"/>
              <a:ext cx="3571875" cy="1027220"/>
            </a:xfrm>
            <a:prstGeom prst="straightConnector1">
              <a:avLst/>
            </a:prstGeom>
            <a:ln w="28575">
              <a:headEnd type="triangle"/>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0025535B-9E28-B6DB-8B42-8225AF2AE19A}"/>
                </a:ext>
              </a:extLst>
            </p:cNvPr>
            <p:cNvCxnSpPr>
              <a:cxnSpLocks/>
              <a:stCxn id="11" idx="2"/>
              <a:endCxn id="13" idx="0"/>
            </p:cNvCxnSpPr>
            <p:nvPr/>
          </p:nvCxnSpPr>
          <p:spPr>
            <a:xfrm flipH="1">
              <a:off x="6611734" y="3401001"/>
              <a:ext cx="3571875" cy="1027220"/>
            </a:xfrm>
            <a:prstGeom prst="straightConnector1">
              <a:avLst/>
            </a:prstGeom>
            <a:ln w="28575">
              <a:headEnd type="triangle"/>
              <a:tailEnd type="triangle"/>
            </a:ln>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DC5120A6-D604-3D0E-525A-87B1EA4DF1EF}"/>
                </a:ext>
              </a:extLst>
            </p:cNvPr>
            <p:cNvSpPr txBox="1"/>
            <p:nvPr/>
          </p:nvSpPr>
          <p:spPr>
            <a:xfrm>
              <a:off x="6056209" y="6142762"/>
              <a:ext cx="1278657" cy="5295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Service</a:t>
              </a: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 </a:t>
              </a:r>
            </a:p>
          </p:txBody>
        </p:sp>
        <p:sp>
          <p:nvSpPr>
            <p:cNvPr id="26" name="TextBox 25">
              <a:extLst>
                <a:ext uri="{FF2B5EF4-FFF2-40B4-BE49-F238E27FC236}">
                  <a16:creationId xmlns:a16="http://schemas.microsoft.com/office/drawing/2014/main" id="{12D81EEA-957A-D63F-0D0F-FC2DF2124F33}"/>
                </a:ext>
              </a:extLst>
            </p:cNvPr>
            <p:cNvSpPr txBox="1"/>
            <p:nvPr/>
          </p:nvSpPr>
          <p:spPr>
            <a:xfrm>
              <a:off x="6056209" y="1213301"/>
              <a:ext cx="1278657" cy="5295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Service</a:t>
              </a: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 </a:t>
              </a:r>
            </a:p>
          </p:txBody>
        </p:sp>
        <p:sp>
          <p:nvSpPr>
            <p:cNvPr id="27" name="TextBox 26">
              <a:extLst>
                <a:ext uri="{FF2B5EF4-FFF2-40B4-BE49-F238E27FC236}">
                  <a16:creationId xmlns:a16="http://schemas.microsoft.com/office/drawing/2014/main" id="{569850C6-CEBF-337A-16E5-6741C87DB8DB}"/>
                </a:ext>
              </a:extLst>
            </p:cNvPr>
            <p:cNvSpPr txBox="1"/>
            <p:nvPr/>
          </p:nvSpPr>
          <p:spPr>
            <a:xfrm>
              <a:off x="9476682" y="6142762"/>
              <a:ext cx="1278657" cy="5295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Service</a:t>
              </a: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 </a:t>
              </a:r>
            </a:p>
          </p:txBody>
        </p:sp>
        <p:sp>
          <p:nvSpPr>
            <p:cNvPr id="28" name="TextBox 27">
              <a:extLst>
                <a:ext uri="{FF2B5EF4-FFF2-40B4-BE49-F238E27FC236}">
                  <a16:creationId xmlns:a16="http://schemas.microsoft.com/office/drawing/2014/main" id="{308182F5-6BB5-D9C6-E543-AC31FCE68E41}"/>
                </a:ext>
              </a:extLst>
            </p:cNvPr>
            <p:cNvSpPr txBox="1"/>
            <p:nvPr/>
          </p:nvSpPr>
          <p:spPr>
            <a:xfrm>
              <a:off x="9476682" y="1213301"/>
              <a:ext cx="1278657" cy="5295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Service</a:t>
              </a: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 </a:t>
              </a: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grpSp>
      <p:grpSp>
        <p:nvGrpSpPr>
          <p:cNvPr id="40" name="Group 39">
            <a:extLst>
              <a:ext uri="{FF2B5EF4-FFF2-40B4-BE49-F238E27FC236}">
                <a16:creationId xmlns:a16="http://schemas.microsoft.com/office/drawing/2014/main" id="{AD2AEA00-4D28-670B-DD2D-43C1AA73D686}"/>
              </a:ext>
            </a:extLst>
          </p:cNvPr>
          <p:cNvGrpSpPr/>
          <p:nvPr/>
        </p:nvGrpSpPr>
        <p:grpSpPr>
          <a:xfrm>
            <a:off x="464667" y="1282126"/>
            <a:ext cx="4866479" cy="3103061"/>
            <a:chOff x="5299587" y="1213301"/>
            <a:chExt cx="6223819" cy="5459005"/>
          </a:xfrm>
        </p:grpSpPr>
        <p:sp>
          <p:nvSpPr>
            <p:cNvPr id="41" name="Rectangle 40">
              <a:extLst>
                <a:ext uri="{FF2B5EF4-FFF2-40B4-BE49-F238E27FC236}">
                  <a16:creationId xmlns:a16="http://schemas.microsoft.com/office/drawing/2014/main" id="{3D64C8B3-CD24-F4D8-9103-F35D3A9C9C8E}"/>
                </a:ext>
              </a:extLst>
            </p:cNvPr>
            <p:cNvSpPr/>
            <p:nvPr/>
          </p:nvSpPr>
          <p:spPr>
            <a:xfrm>
              <a:off x="5299587" y="1213302"/>
              <a:ext cx="6223819" cy="5391126"/>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42" name="Picture 41">
              <a:extLst>
                <a:ext uri="{FF2B5EF4-FFF2-40B4-BE49-F238E27FC236}">
                  <a16:creationId xmlns:a16="http://schemas.microsoft.com/office/drawing/2014/main" id="{61568EC8-BCE7-31E7-5E8C-E34E56690C75}"/>
                </a:ext>
              </a:extLst>
            </p:cNvPr>
            <p:cNvPicPr>
              <a:picLocks noChangeAspect="1"/>
            </p:cNvPicPr>
            <p:nvPr/>
          </p:nvPicPr>
          <p:blipFill>
            <a:blip r:embed="rId3"/>
            <a:stretch>
              <a:fillRect/>
            </a:stretch>
          </p:blipFill>
          <p:spPr>
            <a:xfrm>
              <a:off x="5429251" y="1781753"/>
              <a:ext cx="2364965" cy="1619248"/>
            </a:xfrm>
            <a:prstGeom prst="rect">
              <a:avLst/>
            </a:prstGeom>
          </p:spPr>
        </p:pic>
        <p:pic>
          <p:nvPicPr>
            <p:cNvPr id="43" name="Picture 42">
              <a:extLst>
                <a:ext uri="{FF2B5EF4-FFF2-40B4-BE49-F238E27FC236}">
                  <a16:creationId xmlns:a16="http://schemas.microsoft.com/office/drawing/2014/main" id="{5F74F7F8-17EE-7F89-C420-30A0D5BF3D17}"/>
                </a:ext>
              </a:extLst>
            </p:cNvPr>
            <p:cNvPicPr>
              <a:picLocks noChangeAspect="1"/>
            </p:cNvPicPr>
            <p:nvPr/>
          </p:nvPicPr>
          <p:blipFill>
            <a:blip r:embed="rId3"/>
            <a:stretch>
              <a:fillRect/>
            </a:stretch>
          </p:blipFill>
          <p:spPr>
            <a:xfrm>
              <a:off x="9001126" y="1781753"/>
              <a:ext cx="2364965" cy="1619248"/>
            </a:xfrm>
            <a:prstGeom prst="rect">
              <a:avLst/>
            </a:prstGeom>
          </p:spPr>
        </p:pic>
        <p:pic>
          <p:nvPicPr>
            <p:cNvPr id="44" name="Picture 43">
              <a:extLst>
                <a:ext uri="{FF2B5EF4-FFF2-40B4-BE49-F238E27FC236}">
                  <a16:creationId xmlns:a16="http://schemas.microsoft.com/office/drawing/2014/main" id="{D896F404-29BC-9628-614D-DC24707221F0}"/>
                </a:ext>
              </a:extLst>
            </p:cNvPr>
            <p:cNvPicPr>
              <a:picLocks noChangeAspect="1"/>
            </p:cNvPicPr>
            <p:nvPr/>
          </p:nvPicPr>
          <p:blipFill>
            <a:blip r:embed="rId3"/>
            <a:stretch>
              <a:fillRect/>
            </a:stretch>
          </p:blipFill>
          <p:spPr>
            <a:xfrm>
              <a:off x="9001126" y="4428221"/>
              <a:ext cx="2364965" cy="1619248"/>
            </a:xfrm>
            <a:prstGeom prst="rect">
              <a:avLst/>
            </a:prstGeom>
          </p:spPr>
        </p:pic>
        <p:pic>
          <p:nvPicPr>
            <p:cNvPr id="45" name="Picture 44">
              <a:extLst>
                <a:ext uri="{FF2B5EF4-FFF2-40B4-BE49-F238E27FC236}">
                  <a16:creationId xmlns:a16="http://schemas.microsoft.com/office/drawing/2014/main" id="{EFA50A23-DE19-2E07-39A9-74388E9CFB8E}"/>
                </a:ext>
              </a:extLst>
            </p:cNvPr>
            <p:cNvPicPr>
              <a:picLocks noChangeAspect="1"/>
            </p:cNvPicPr>
            <p:nvPr/>
          </p:nvPicPr>
          <p:blipFill>
            <a:blip r:embed="rId3"/>
            <a:stretch>
              <a:fillRect/>
            </a:stretch>
          </p:blipFill>
          <p:spPr>
            <a:xfrm>
              <a:off x="5429251" y="4428221"/>
              <a:ext cx="2364965" cy="1619248"/>
            </a:xfrm>
            <a:prstGeom prst="rect">
              <a:avLst/>
            </a:prstGeom>
          </p:spPr>
        </p:pic>
        <p:cxnSp>
          <p:nvCxnSpPr>
            <p:cNvPr id="46" name="Straight Arrow Connector 45">
              <a:extLst>
                <a:ext uri="{FF2B5EF4-FFF2-40B4-BE49-F238E27FC236}">
                  <a16:creationId xmlns:a16="http://schemas.microsoft.com/office/drawing/2014/main" id="{9005C78D-4DEF-3BB4-14D5-A5EF548ACD5F}"/>
                </a:ext>
              </a:extLst>
            </p:cNvPr>
            <p:cNvCxnSpPr>
              <a:stCxn id="42" idx="3"/>
              <a:endCxn id="43" idx="1"/>
            </p:cNvCxnSpPr>
            <p:nvPr/>
          </p:nvCxnSpPr>
          <p:spPr>
            <a:xfrm>
              <a:off x="7794216" y="2591377"/>
              <a:ext cx="1206910" cy="0"/>
            </a:xfrm>
            <a:prstGeom prst="straightConnector1">
              <a:avLst/>
            </a:prstGeom>
            <a:ln w="28575">
              <a:headEnd type="triangle"/>
              <a:tailEnd type="triangle"/>
            </a:ln>
          </p:spPr>
          <p:style>
            <a:lnRef idx="2">
              <a:schemeClr val="dk1"/>
            </a:lnRef>
            <a:fillRef idx="0">
              <a:schemeClr val="dk1"/>
            </a:fillRef>
            <a:effectRef idx="1">
              <a:schemeClr val="dk1"/>
            </a:effectRef>
            <a:fontRef idx="minor">
              <a:schemeClr val="tx1"/>
            </a:fontRef>
          </p:style>
        </p:cxnSp>
        <p:cxnSp>
          <p:nvCxnSpPr>
            <p:cNvPr id="47" name="Straight Arrow Connector 46">
              <a:extLst>
                <a:ext uri="{FF2B5EF4-FFF2-40B4-BE49-F238E27FC236}">
                  <a16:creationId xmlns:a16="http://schemas.microsoft.com/office/drawing/2014/main" id="{CF57D8BE-24BD-9DB5-1100-5AD128FA7E22}"/>
                </a:ext>
              </a:extLst>
            </p:cNvPr>
            <p:cNvCxnSpPr>
              <a:cxnSpLocks/>
              <a:stCxn id="42" idx="2"/>
              <a:endCxn id="45" idx="0"/>
            </p:cNvCxnSpPr>
            <p:nvPr/>
          </p:nvCxnSpPr>
          <p:spPr>
            <a:xfrm>
              <a:off x="6611734" y="3401001"/>
              <a:ext cx="0" cy="1027220"/>
            </a:xfrm>
            <a:prstGeom prst="straightConnector1">
              <a:avLst/>
            </a:prstGeom>
            <a:ln w="28575">
              <a:headEnd type="triangle"/>
              <a:tailEnd type="triangle"/>
            </a:ln>
          </p:spPr>
          <p:style>
            <a:lnRef idx="2">
              <a:schemeClr val="dk1"/>
            </a:lnRef>
            <a:fillRef idx="0">
              <a:schemeClr val="dk1"/>
            </a:fillRef>
            <a:effectRef idx="1">
              <a:schemeClr val="dk1"/>
            </a:effectRef>
            <a:fontRef idx="minor">
              <a:schemeClr val="tx1"/>
            </a:fontRef>
          </p:style>
        </p:cxnSp>
        <p:cxnSp>
          <p:nvCxnSpPr>
            <p:cNvPr id="48" name="Straight Arrow Connector 47">
              <a:extLst>
                <a:ext uri="{FF2B5EF4-FFF2-40B4-BE49-F238E27FC236}">
                  <a16:creationId xmlns:a16="http://schemas.microsoft.com/office/drawing/2014/main" id="{2685B383-72A2-575A-A9A9-4BB2BD31876B}"/>
                </a:ext>
              </a:extLst>
            </p:cNvPr>
            <p:cNvCxnSpPr/>
            <p:nvPr/>
          </p:nvCxnSpPr>
          <p:spPr>
            <a:xfrm>
              <a:off x="7794216" y="5257636"/>
              <a:ext cx="1206910" cy="0"/>
            </a:xfrm>
            <a:prstGeom prst="straightConnector1">
              <a:avLst/>
            </a:prstGeom>
            <a:ln w="28575">
              <a:headEnd type="triangle"/>
              <a:tailEnd type="triangle"/>
            </a:ln>
          </p:spPr>
          <p:style>
            <a:lnRef idx="2">
              <a:schemeClr val="dk1"/>
            </a:lnRef>
            <a:fillRef idx="0">
              <a:schemeClr val="dk1"/>
            </a:fillRef>
            <a:effectRef idx="1">
              <a:schemeClr val="dk1"/>
            </a:effectRef>
            <a:fontRef idx="minor">
              <a:schemeClr val="tx1"/>
            </a:fontRef>
          </p:style>
        </p:cxnSp>
        <p:cxnSp>
          <p:nvCxnSpPr>
            <p:cNvPr id="49" name="Straight Arrow Connector 48">
              <a:extLst>
                <a:ext uri="{FF2B5EF4-FFF2-40B4-BE49-F238E27FC236}">
                  <a16:creationId xmlns:a16="http://schemas.microsoft.com/office/drawing/2014/main" id="{71CAEF6D-9FDF-67EB-04AD-1C7441A2CE93}"/>
                </a:ext>
              </a:extLst>
            </p:cNvPr>
            <p:cNvCxnSpPr>
              <a:cxnSpLocks/>
            </p:cNvCxnSpPr>
            <p:nvPr/>
          </p:nvCxnSpPr>
          <p:spPr>
            <a:xfrm>
              <a:off x="10183608" y="3401001"/>
              <a:ext cx="0" cy="1027220"/>
            </a:xfrm>
            <a:prstGeom prst="straightConnector1">
              <a:avLst/>
            </a:prstGeom>
            <a:ln w="28575">
              <a:headEnd type="triangle"/>
              <a:tailEnd type="triangle"/>
            </a:ln>
          </p:spPr>
          <p:style>
            <a:lnRef idx="2">
              <a:schemeClr val="dk1"/>
            </a:lnRef>
            <a:fillRef idx="0">
              <a:schemeClr val="dk1"/>
            </a:fillRef>
            <a:effectRef idx="1">
              <a:schemeClr val="dk1"/>
            </a:effectRef>
            <a:fontRef idx="minor">
              <a:schemeClr val="tx1"/>
            </a:fontRef>
          </p:style>
        </p:cxnSp>
        <p:cxnSp>
          <p:nvCxnSpPr>
            <p:cNvPr id="50" name="Straight Arrow Connector 49">
              <a:extLst>
                <a:ext uri="{FF2B5EF4-FFF2-40B4-BE49-F238E27FC236}">
                  <a16:creationId xmlns:a16="http://schemas.microsoft.com/office/drawing/2014/main" id="{A7BB533A-8092-8775-4C4A-16C2C5DBDA78}"/>
                </a:ext>
              </a:extLst>
            </p:cNvPr>
            <p:cNvCxnSpPr>
              <a:cxnSpLocks/>
              <a:stCxn id="42" idx="2"/>
              <a:endCxn id="44" idx="0"/>
            </p:cNvCxnSpPr>
            <p:nvPr/>
          </p:nvCxnSpPr>
          <p:spPr>
            <a:xfrm>
              <a:off x="6611734" y="3401001"/>
              <a:ext cx="3571875" cy="1027220"/>
            </a:xfrm>
            <a:prstGeom prst="straightConnector1">
              <a:avLst/>
            </a:prstGeom>
            <a:ln w="28575">
              <a:headEnd type="triangle"/>
              <a:tailEnd type="triangle"/>
            </a:ln>
          </p:spPr>
          <p:style>
            <a:lnRef idx="2">
              <a:schemeClr val="dk1"/>
            </a:lnRef>
            <a:fillRef idx="0">
              <a:schemeClr val="dk1"/>
            </a:fillRef>
            <a:effectRef idx="1">
              <a:schemeClr val="dk1"/>
            </a:effectRef>
            <a:fontRef idx="minor">
              <a:schemeClr val="tx1"/>
            </a:fontRef>
          </p:style>
        </p:cxnSp>
        <p:cxnSp>
          <p:nvCxnSpPr>
            <p:cNvPr id="51" name="Straight Arrow Connector 50">
              <a:extLst>
                <a:ext uri="{FF2B5EF4-FFF2-40B4-BE49-F238E27FC236}">
                  <a16:creationId xmlns:a16="http://schemas.microsoft.com/office/drawing/2014/main" id="{DA288FD2-C1EB-9EF2-F182-259E04408DEC}"/>
                </a:ext>
              </a:extLst>
            </p:cNvPr>
            <p:cNvCxnSpPr>
              <a:cxnSpLocks/>
              <a:stCxn id="43" idx="2"/>
              <a:endCxn id="45" idx="0"/>
            </p:cNvCxnSpPr>
            <p:nvPr/>
          </p:nvCxnSpPr>
          <p:spPr>
            <a:xfrm flipH="1">
              <a:off x="6611734" y="3401001"/>
              <a:ext cx="3571875" cy="1027220"/>
            </a:xfrm>
            <a:prstGeom prst="straightConnector1">
              <a:avLst/>
            </a:prstGeom>
            <a:ln w="28575">
              <a:headEnd type="triangle"/>
              <a:tailEnd type="triangle"/>
            </a:ln>
          </p:spPr>
          <p:style>
            <a:lnRef idx="2">
              <a:schemeClr val="dk1"/>
            </a:lnRef>
            <a:fillRef idx="0">
              <a:schemeClr val="dk1"/>
            </a:fillRef>
            <a:effectRef idx="1">
              <a:schemeClr val="dk1"/>
            </a:effectRef>
            <a:fontRef idx="minor">
              <a:schemeClr val="tx1"/>
            </a:fontRef>
          </p:style>
        </p:cxnSp>
        <p:sp>
          <p:nvSpPr>
            <p:cNvPr id="52" name="TextBox 51">
              <a:extLst>
                <a:ext uri="{FF2B5EF4-FFF2-40B4-BE49-F238E27FC236}">
                  <a16:creationId xmlns:a16="http://schemas.microsoft.com/office/drawing/2014/main" id="{765E61B2-ADDE-B72B-714E-3651AE936900}"/>
                </a:ext>
              </a:extLst>
            </p:cNvPr>
            <p:cNvSpPr txBox="1"/>
            <p:nvPr/>
          </p:nvSpPr>
          <p:spPr>
            <a:xfrm>
              <a:off x="6056209" y="6142762"/>
              <a:ext cx="1278657" cy="5295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Service</a:t>
              </a: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 </a:t>
              </a:r>
            </a:p>
          </p:txBody>
        </p:sp>
        <p:sp>
          <p:nvSpPr>
            <p:cNvPr id="53" name="TextBox 52">
              <a:extLst>
                <a:ext uri="{FF2B5EF4-FFF2-40B4-BE49-F238E27FC236}">
                  <a16:creationId xmlns:a16="http://schemas.microsoft.com/office/drawing/2014/main" id="{96C6D2EB-E7D3-C647-1A46-3FC7AC7E5120}"/>
                </a:ext>
              </a:extLst>
            </p:cNvPr>
            <p:cNvSpPr txBox="1"/>
            <p:nvPr/>
          </p:nvSpPr>
          <p:spPr>
            <a:xfrm>
              <a:off x="6056209" y="1213301"/>
              <a:ext cx="1278657" cy="5295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Service</a:t>
              </a: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 </a:t>
              </a:r>
            </a:p>
          </p:txBody>
        </p:sp>
        <p:sp>
          <p:nvSpPr>
            <p:cNvPr id="54" name="TextBox 53">
              <a:extLst>
                <a:ext uri="{FF2B5EF4-FFF2-40B4-BE49-F238E27FC236}">
                  <a16:creationId xmlns:a16="http://schemas.microsoft.com/office/drawing/2014/main" id="{04499F54-984F-3EEF-282C-2C1A77267C8D}"/>
                </a:ext>
              </a:extLst>
            </p:cNvPr>
            <p:cNvSpPr txBox="1"/>
            <p:nvPr/>
          </p:nvSpPr>
          <p:spPr>
            <a:xfrm>
              <a:off x="9476682" y="6142762"/>
              <a:ext cx="1278657" cy="5295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Service</a:t>
              </a: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 </a:t>
              </a:r>
            </a:p>
          </p:txBody>
        </p:sp>
        <p:sp>
          <p:nvSpPr>
            <p:cNvPr id="55" name="TextBox 54">
              <a:extLst>
                <a:ext uri="{FF2B5EF4-FFF2-40B4-BE49-F238E27FC236}">
                  <a16:creationId xmlns:a16="http://schemas.microsoft.com/office/drawing/2014/main" id="{24521F72-57AD-90A2-92D9-B1FCA7F918B7}"/>
                </a:ext>
              </a:extLst>
            </p:cNvPr>
            <p:cNvSpPr txBox="1"/>
            <p:nvPr/>
          </p:nvSpPr>
          <p:spPr>
            <a:xfrm>
              <a:off x="9476682" y="1213301"/>
              <a:ext cx="1278657" cy="5295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Service</a:t>
              </a: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 </a:t>
              </a:r>
            </a:p>
          </p:txBody>
        </p:sp>
      </p:grpSp>
      <p:sp>
        <p:nvSpPr>
          <p:cNvPr id="56" name="TextBox 55">
            <a:extLst>
              <a:ext uri="{FF2B5EF4-FFF2-40B4-BE49-F238E27FC236}">
                <a16:creationId xmlns:a16="http://schemas.microsoft.com/office/drawing/2014/main" id="{0F45F23A-3C7A-7FA1-AC04-4F9D8EFA7FAD}"/>
              </a:ext>
            </a:extLst>
          </p:cNvPr>
          <p:cNvSpPr txBox="1"/>
          <p:nvPr/>
        </p:nvSpPr>
        <p:spPr>
          <a:xfrm>
            <a:off x="2415247" y="836862"/>
            <a:ext cx="125908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Service</a:t>
            </a: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 </a:t>
            </a:r>
          </a:p>
        </p:txBody>
      </p:sp>
      <p:sp>
        <p:nvSpPr>
          <p:cNvPr id="57" name="TextBox 56">
            <a:extLst>
              <a:ext uri="{FF2B5EF4-FFF2-40B4-BE49-F238E27FC236}">
                <a16:creationId xmlns:a16="http://schemas.microsoft.com/office/drawing/2014/main" id="{03A353E9-179C-289C-3775-F51FD0EFCAC8}"/>
              </a:ext>
            </a:extLst>
          </p:cNvPr>
          <p:cNvSpPr txBox="1"/>
          <p:nvPr/>
        </p:nvSpPr>
        <p:spPr>
          <a:xfrm>
            <a:off x="8675738" y="836862"/>
            <a:ext cx="125908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Service</a:t>
            </a: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 </a:t>
            </a:r>
          </a:p>
        </p:txBody>
      </p:sp>
      <p:pic>
        <p:nvPicPr>
          <p:cNvPr id="59" name="Graphic 58" descr="User with solid fill">
            <a:extLst>
              <a:ext uri="{FF2B5EF4-FFF2-40B4-BE49-F238E27FC236}">
                <a16:creationId xmlns:a16="http://schemas.microsoft.com/office/drawing/2014/main" id="{F0CB9019-E606-9BE4-C6D6-E25917E879F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30388" y="5790148"/>
            <a:ext cx="914400" cy="914400"/>
          </a:xfrm>
          <a:prstGeom prst="rect">
            <a:avLst/>
          </a:prstGeom>
        </p:spPr>
      </p:pic>
      <p:sp>
        <p:nvSpPr>
          <p:cNvPr id="60" name="Cloud 59">
            <a:extLst>
              <a:ext uri="{FF2B5EF4-FFF2-40B4-BE49-F238E27FC236}">
                <a16:creationId xmlns:a16="http://schemas.microsoft.com/office/drawing/2014/main" id="{6E4BD71D-8B39-E849-6DCC-139F317C70E5}"/>
              </a:ext>
            </a:extLst>
          </p:cNvPr>
          <p:cNvSpPr/>
          <p:nvPr/>
        </p:nvSpPr>
        <p:spPr>
          <a:xfrm>
            <a:off x="4857134" y="5674193"/>
            <a:ext cx="2290917" cy="1146310"/>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API Gateway</a:t>
            </a:r>
          </a:p>
        </p:txBody>
      </p:sp>
      <p:cxnSp>
        <p:nvCxnSpPr>
          <p:cNvPr id="62" name="Straight Arrow Connector 61">
            <a:extLst>
              <a:ext uri="{FF2B5EF4-FFF2-40B4-BE49-F238E27FC236}">
                <a16:creationId xmlns:a16="http://schemas.microsoft.com/office/drawing/2014/main" id="{C637D712-5C39-AEB1-DC64-15F1ED33CB84}"/>
              </a:ext>
            </a:extLst>
          </p:cNvPr>
          <p:cNvCxnSpPr/>
          <p:nvPr/>
        </p:nvCxnSpPr>
        <p:spPr>
          <a:xfrm>
            <a:off x="3044788" y="6247348"/>
            <a:ext cx="1685797"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64" name="Straight Arrow Connector 63">
            <a:extLst>
              <a:ext uri="{FF2B5EF4-FFF2-40B4-BE49-F238E27FC236}">
                <a16:creationId xmlns:a16="http://schemas.microsoft.com/office/drawing/2014/main" id="{00EA2F3D-7CB2-95B2-697C-92D7DE8A1CEC}"/>
              </a:ext>
            </a:extLst>
          </p:cNvPr>
          <p:cNvCxnSpPr>
            <a:cxnSpLocks/>
            <a:stCxn id="60" idx="3"/>
            <a:endCxn id="3" idx="2"/>
          </p:cNvCxnSpPr>
          <p:nvPr/>
        </p:nvCxnSpPr>
        <p:spPr>
          <a:xfrm flipV="1">
            <a:off x="6002593" y="4346604"/>
            <a:ext cx="3313499" cy="139313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6" name="Straight Arrow Connector 65">
            <a:extLst>
              <a:ext uri="{FF2B5EF4-FFF2-40B4-BE49-F238E27FC236}">
                <a16:creationId xmlns:a16="http://schemas.microsoft.com/office/drawing/2014/main" id="{AD08A1F4-6DDF-A040-5BEB-1C96101F7E7A}"/>
              </a:ext>
            </a:extLst>
          </p:cNvPr>
          <p:cNvCxnSpPr>
            <a:cxnSpLocks/>
            <a:stCxn id="60" idx="3"/>
            <a:endCxn id="41" idx="2"/>
          </p:cNvCxnSpPr>
          <p:nvPr/>
        </p:nvCxnSpPr>
        <p:spPr>
          <a:xfrm flipH="1" flipV="1">
            <a:off x="2897907" y="4346604"/>
            <a:ext cx="3104686" cy="139313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0" name="Straight Arrow Connector 69">
            <a:extLst>
              <a:ext uri="{FF2B5EF4-FFF2-40B4-BE49-F238E27FC236}">
                <a16:creationId xmlns:a16="http://schemas.microsoft.com/office/drawing/2014/main" id="{53668A69-E30B-14AD-2268-717FD68E64A9}"/>
              </a:ext>
            </a:extLst>
          </p:cNvPr>
          <p:cNvCxnSpPr>
            <a:stCxn id="41" idx="3"/>
            <a:endCxn id="3" idx="1"/>
          </p:cNvCxnSpPr>
          <p:nvPr/>
        </p:nvCxnSpPr>
        <p:spPr>
          <a:xfrm>
            <a:off x="5331146" y="2814366"/>
            <a:ext cx="1551706" cy="0"/>
          </a:xfrm>
          <a:prstGeom prst="straightConnector1">
            <a:avLst/>
          </a:prstGeom>
          <a:ln w="38100">
            <a:solidFill>
              <a:srgbClr val="FF0000"/>
            </a:solidFill>
            <a:headEnd type="triangle"/>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9765103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0BA08-33E9-8A00-29CD-9EEED97C06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09807D-5FF6-1677-024D-D56DFED3C729}"/>
              </a:ext>
            </a:extLst>
          </p:cNvPr>
          <p:cNvSpPr>
            <a:spLocks noGrp="1"/>
          </p:cNvSpPr>
          <p:nvPr>
            <p:ph type="title"/>
          </p:nvPr>
        </p:nvSpPr>
        <p:spPr>
          <a:xfrm>
            <a:off x="9345" y="-112262"/>
            <a:ext cx="11996331" cy="1325563"/>
          </a:xfrm>
        </p:spPr>
        <p:txBody>
          <a:bodyPr>
            <a:normAutofit/>
          </a:bodyPr>
          <a:lstStyle/>
          <a:p>
            <a:r>
              <a:rPr lang="en-US" b="1" dirty="0">
                <a:latin typeface="Times New Roman" panose="02020603050405020304" pitchFamily="18" charset="0"/>
                <a:cs typeface="Times New Roman" panose="02020603050405020304" pitchFamily="18" charset="0"/>
              </a:rPr>
              <a:t>The REST API:</a:t>
            </a:r>
            <a:endParaRPr lang="en-US" sz="42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A71E34DC-39FE-3C12-1DEF-184851B9CE9A}"/>
              </a:ext>
            </a:extLst>
          </p:cNvPr>
          <p:cNvPicPr>
            <a:picLocks noChangeAspect="1"/>
          </p:cNvPicPr>
          <p:nvPr/>
        </p:nvPicPr>
        <p:blipFill>
          <a:blip r:embed="rId3"/>
          <a:stretch>
            <a:fillRect/>
          </a:stretch>
        </p:blipFill>
        <p:spPr>
          <a:xfrm>
            <a:off x="560439" y="1047143"/>
            <a:ext cx="10550013" cy="5609295"/>
          </a:xfrm>
          <a:prstGeom prst="rect">
            <a:avLst/>
          </a:prstGeom>
        </p:spPr>
      </p:pic>
    </p:spTree>
    <p:extLst>
      <p:ext uri="{BB962C8B-B14F-4D97-AF65-F5344CB8AC3E}">
        <p14:creationId xmlns:p14="http://schemas.microsoft.com/office/powerpoint/2010/main" val="12838365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2">
            <a:lumMod val="50000"/>
          </a:schemeClr>
        </a:solidFill>
        <a:effectLst/>
      </p:bgPr>
    </p:bg>
    <p:spTree>
      <p:nvGrpSpPr>
        <p:cNvPr id="1" name="">
          <a:extLst>
            <a:ext uri="{FF2B5EF4-FFF2-40B4-BE49-F238E27FC236}">
              <a16:creationId xmlns:a16="http://schemas.microsoft.com/office/drawing/2014/main" id="{BEA77DBF-AD47-95EE-2F2A-5CC807D08294}"/>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D44C0736-67DD-92A0-73B2-3002007FC205}"/>
              </a:ext>
            </a:extLst>
          </p:cNvPr>
          <p:cNvSpPr txBox="1"/>
          <p:nvPr/>
        </p:nvSpPr>
        <p:spPr>
          <a:xfrm>
            <a:off x="1153883" y="2274838"/>
            <a:ext cx="9884233" cy="230832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200"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Distributed Databases Concepts</a:t>
            </a:r>
          </a:p>
        </p:txBody>
      </p:sp>
    </p:spTree>
    <p:extLst>
      <p:ext uri="{BB962C8B-B14F-4D97-AF65-F5344CB8AC3E}">
        <p14:creationId xmlns:p14="http://schemas.microsoft.com/office/powerpoint/2010/main" val="16602951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FC5CA-5A9B-1D8C-0ECD-4F271A7DE27D}"/>
              </a:ext>
            </a:extLst>
          </p:cNvPr>
          <p:cNvSpPr txBox="1">
            <a:spLocks/>
          </p:cNvSpPr>
          <p:nvPr/>
        </p:nvSpPr>
        <p:spPr>
          <a:xfrm>
            <a:off x="19178" y="192533"/>
            <a:ext cx="11996331"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Times New Roman" panose="02020603050405020304" pitchFamily="18" charset="0"/>
                <a:cs typeface="Times New Roman" panose="02020603050405020304" pitchFamily="18" charset="0"/>
              </a:rPr>
              <a:t>Inro:</a:t>
            </a:r>
            <a:endParaRPr lang="en-US" sz="4200" b="1"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8539038B-79A4-F1E9-9143-BA5E5BBDD216}"/>
              </a:ext>
            </a:extLst>
          </p:cNvPr>
          <p:cNvSpPr/>
          <p:nvPr/>
        </p:nvSpPr>
        <p:spPr>
          <a:xfrm>
            <a:off x="110125" y="1163151"/>
            <a:ext cx="111760" cy="767894"/>
          </a:xfrm>
          <a:prstGeom prst="rect">
            <a:avLst/>
          </a:prstGeom>
          <a:solidFill>
            <a:schemeClr val="accent2">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Rectangle 3">
            <a:extLst>
              <a:ext uri="{FF2B5EF4-FFF2-40B4-BE49-F238E27FC236}">
                <a16:creationId xmlns:a16="http://schemas.microsoft.com/office/drawing/2014/main" id="{C32A6624-2C5A-A39D-D285-8E9A11EF7973}"/>
              </a:ext>
            </a:extLst>
          </p:cNvPr>
          <p:cNvSpPr/>
          <p:nvPr/>
        </p:nvSpPr>
        <p:spPr>
          <a:xfrm>
            <a:off x="186324" y="1163151"/>
            <a:ext cx="11895551" cy="767894"/>
          </a:xfrm>
          <a:prstGeom prst="rect">
            <a:avLst/>
          </a:prstGeom>
          <a:solidFill>
            <a:schemeClr val="accent2">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b="1" dirty="0">
                <a:solidFill>
                  <a:prstClr val="white"/>
                </a:solidFill>
                <a:latin typeface="Arial" panose="020B0604020202020204" pitchFamily="34" charset="0"/>
                <a:cs typeface="Arial" panose="020B0604020202020204" pitchFamily="34" charset="0"/>
              </a:rPr>
              <a:t>Distributed databases bring the advantages of distributed computing to the database domain</a:t>
            </a:r>
            <a:endPar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5" name="Rectangle 4">
            <a:extLst>
              <a:ext uri="{FF2B5EF4-FFF2-40B4-BE49-F238E27FC236}">
                <a16:creationId xmlns:a16="http://schemas.microsoft.com/office/drawing/2014/main" id="{DB02F1F3-B6BD-9397-0312-C91B16B1AB34}"/>
              </a:ext>
            </a:extLst>
          </p:cNvPr>
          <p:cNvSpPr/>
          <p:nvPr/>
        </p:nvSpPr>
        <p:spPr>
          <a:xfrm>
            <a:off x="110125" y="2104767"/>
            <a:ext cx="111760" cy="767894"/>
          </a:xfrm>
          <a:prstGeom prst="rect">
            <a:avLst/>
          </a:prstGeom>
          <a:solidFill>
            <a:schemeClr val="accent2">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6" name="Rectangle 5">
            <a:extLst>
              <a:ext uri="{FF2B5EF4-FFF2-40B4-BE49-F238E27FC236}">
                <a16:creationId xmlns:a16="http://schemas.microsoft.com/office/drawing/2014/main" id="{9F3A59D2-12A3-4D6D-5FEC-C24565E4F3EE}"/>
              </a:ext>
            </a:extLst>
          </p:cNvPr>
          <p:cNvSpPr/>
          <p:nvPr/>
        </p:nvSpPr>
        <p:spPr>
          <a:xfrm>
            <a:off x="186324" y="2104767"/>
            <a:ext cx="11895551" cy="767894"/>
          </a:xfrm>
          <a:prstGeom prst="rect">
            <a:avLst/>
          </a:prstGeom>
          <a:solidFill>
            <a:schemeClr val="accent2">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b="1" dirty="0">
                <a:solidFill>
                  <a:prstClr val="white"/>
                </a:solidFill>
                <a:latin typeface="Arial" panose="020B0604020202020204" pitchFamily="34" charset="0"/>
                <a:cs typeface="Arial" panose="020B0604020202020204" pitchFamily="34" charset="0"/>
              </a:rPr>
              <a:t>A distributed computing system consists of several processing sites or nodes that are interconnected by a computer network and that cooperate in performing certain assigned tasks</a:t>
            </a:r>
            <a:endPar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7" name="Rectangle 6">
            <a:extLst>
              <a:ext uri="{FF2B5EF4-FFF2-40B4-BE49-F238E27FC236}">
                <a16:creationId xmlns:a16="http://schemas.microsoft.com/office/drawing/2014/main" id="{492DA50C-E0C0-67A6-0607-05488B400552}"/>
              </a:ext>
            </a:extLst>
          </p:cNvPr>
          <p:cNvSpPr/>
          <p:nvPr/>
        </p:nvSpPr>
        <p:spPr>
          <a:xfrm>
            <a:off x="110125" y="3045053"/>
            <a:ext cx="111760" cy="767894"/>
          </a:xfrm>
          <a:prstGeom prst="rect">
            <a:avLst/>
          </a:prstGeom>
          <a:solidFill>
            <a:schemeClr val="accent2">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8" name="Rectangle 7">
            <a:extLst>
              <a:ext uri="{FF2B5EF4-FFF2-40B4-BE49-F238E27FC236}">
                <a16:creationId xmlns:a16="http://schemas.microsoft.com/office/drawing/2014/main" id="{36CB07E7-DC0A-14A8-A678-603C0FD95A33}"/>
              </a:ext>
            </a:extLst>
          </p:cNvPr>
          <p:cNvSpPr/>
          <p:nvPr/>
        </p:nvSpPr>
        <p:spPr>
          <a:xfrm>
            <a:off x="186324" y="3045053"/>
            <a:ext cx="11895551" cy="767894"/>
          </a:xfrm>
          <a:prstGeom prst="rect">
            <a:avLst/>
          </a:prstGeom>
          <a:solidFill>
            <a:schemeClr val="accent2">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b="1" dirty="0">
                <a:solidFill>
                  <a:prstClr val="white"/>
                </a:solidFill>
                <a:latin typeface="Arial" panose="020B0604020202020204" pitchFamily="34" charset="0"/>
                <a:cs typeface="Arial" panose="020B0604020202020204" pitchFamily="34" charset="0"/>
              </a:rPr>
              <a:t>As a general goal, distributed computing systems partition a big, unmanageable problem into smaller pieces and solve it efficiently in a coordinated manner.</a:t>
            </a:r>
            <a:endPar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9" name="Rectangle 8">
            <a:extLst>
              <a:ext uri="{FF2B5EF4-FFF2-40B4-BE49-F238E27FC236}">
                <a16:creationId xmlns:a16="http://schemas.microsoft.com/office/drawing/2014/main" id="{067478CC-7B71-F32B-5945-4D4C9E198FFA}"/>
              </a:ext>
            </a:extLst>
          </p:cNvPr>
          <p:cNvSpPr/>
          <p:nvPr/>
        </p:nvSpPr>
        <p:spPr>
          <a:xfrm>
            <a:off x="110125" y="3985339"/>
            <a:ext cx="111760" cy="911126"/>
          </a:xfrm>
          <a:prstGeom prst="rect">
            <a:avLst/>
          </a:prstGeom>
          <a:solidFill>
            <a:schemeClr val="accent2">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E72E8453-1B41-1A05-FD5F-117870F9088B}"/>
              </a:ext>
            </a:extLst>
          </p:cNvPr>
          <p:cNvSpPr/>
          <p:nvPr/>
        </p:nvSpPr>
        <p:spPr>
          <a:xfrm>
            <a:off x="186324" y="3985339"/>
            <a:ext cx="11895551" cy="911126"/>
          </a:xfrm>
          <a:prstGeom prst="rect">
            <a:avLst/>
          </a:prstGeom>
          <a:solidFill>
            <a:schemeClr val="accent2">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b="1" dirty="0">
                <a:solidFill>
                  <a:prstClr val="white"/>
                </a:solidFill>
                <a:latin typeface="Arial" panose="020B0604020202020204" pitchFamily="34" charset="0"/>
                <a:cs typeface="Arial" panose="020B0604020202020204" pitchFamily="34" charset="0"/>
              </a:rPr>
              <a:t>The origins of big data technologies come from distributed systems and database systems, as well as data mining and machine learning algorithms that can process these vast amounts of data to extract needed knowledge.</a:t>
            </a:r>
            <a:endPar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1" name="Rectangle 10">
            <a:extLst>
              <a:ext uri="{FF2B5EF4-FFF2-40B4-BE49-F238E27FC236}">
                <a16:creationId xmlns:a16="http://schemas.microsoft.com/office/drawing/2014/main" id="{569D30F1-1B70-4FCA-71E7-80217340EC40}"/>
              </a:ext>
            </a:extLst>
          </p:cNvPr>
          <p:cNvSpPr/>
          <p:nvPr/>
        </p:nvSpPr>
        <p:spPr>
          <a:xfrm>
            <a:off x="110125" y="5068856"/>
            <a:ext cx="111760" cy="1705569"/>
          </a:xfrm>
          <a:prstGeom prst="rect">
            <a:avLst/>
          </a:prstGeom>
          <a:solidFill>
            <a:schemeClr val="accent2">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0ECC38A8-8CA5-E708-619A-93546047ED08}"/>
              </a:ext>
            </a:extLst>
          </p:cNvPr>
          <p:cNvSpPr/>
          <p:nvPr/>
        </p:nvSpPr>
        <p:spPr>
          <a:xfrm>
            <a:off x="186324" y="5068856"/>
            <a:ext cx="11895551" cy="1705569"/>
          </a:xfrm>
          <a:prstGeom prst="rect">
            <a:avLst/>
          </a:prstGeom>
          <a:solidFill>
            <a:schemeClr val="accent2">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b="1" dirty="0"/>
              <a:t>A distributed database (DDB) </a:t>
            </a:r>
            <a:r>
              <a:rPr lang="en-US" b="1" dirty="0">
                <a:solidFill>
                  <a:prstClr val="white"/>
                </a:solidFill>
                <a:latin typeface="Arial" panose="020B0604020202020204" pitchFamily="34" charset="0"/>
                <a:cs typeface="Arial" panose="020B0604020202020204" pitchFamily="34" charset="0"/>
              </a:rPr>
              <a:t>is a collection of multiple logically interrelated databases distributed over a computer network. With the following conditions:</a:t>
            </a:r>
          </a:p>
          <a:p>
            <a:pPr marL="285750" lvl="0" indent="-285750">
              <a:buFont typeface="Arial" panose="020B0604020202020204" pitchFamily="34" charset="0"/>
              <a:buChar char="•"/>
              <a:defRPr/>
            </a:pPr>
            <a:r>
              <a:rPr lang="en-US" b="1" dirty="0"/>
              <a:t>Connection of database nodes over a computer network.</a:t>
            </a:r>
          </a:p>
          <a:p>
            <a:pPr marL="285750" lvl="0" indent="-285750">
              <a:buFont typeface="Arial" panose="020B0604020202020204" pitchFamily="34" charset="0"/>
              <a:buChar char="•"/>
              <a:defRPr/>
            </a:pPr>
            <a:r>
              <a:rPr lang="en-US" b="1" dirty="0"/>
              <a:t>Logical interrelation of the connected databases.</a:t>
            </a:r>
          </a:p>
          <a:p>
            <a:pPr marL="285750" lvl="0" indent="-285750">
              <a:buFont typeface="Arial" panose="020B0604020202020204" pitchFamily="34" charset="0"/>
              <a:buChar char="•"/>
              <a:defRPr/>
            </a:pPr>
            <a:r>
              <a:rPr lang="en-US" b="1" dirty="0"/>
              <a:t>Possible absence of homogeneity among connected nodes.</a:t>
            </a:r>
            <a:endPar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930489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55A48-4707-F29A-AE37-98B385AC72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D4387B-ED90-8406-B765-50A4435E1AB7}"/>
              </a:ext>
            </a:extLst>
          </p:cNvPr>
          <p:cNvSpPr txBox="1">
            <a:spLocks/>
          </p:cNvSpPr>
          <p:nvPr/>
        </p:nvSpPr>
        <p:spPr>
          <a:xfrm>
            <a:off x="19178" y="192533"/>
            <a:ext cx="11996331"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Times New Roman" panose="02020603050405020304" pitchFamily="18" charset="0"/>
                <a:cs typeface="Times New Roman" panose="02020603050405020304" pitchFamily="18" charset="0"/>
              </a:rPr>
              <a:t>Transparency:</a:t>
            </a:r>
            <a:endParaRPr lang="en-US" sz="4200" b="1"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F5F21107-0620-C36C-C0BE-FADFA6B95991}"/>
              </a:ext>
            </a:extLst>
          </p:cNvPr>
          <p:cNvSpPr/>
          <p:nvPr/>
        </p:nvSpPr>
        <p:spPr>
          <a:xfrm>
            <a:off x="110125" y="1163151"/>
            <a:ext cx="111760" cy="767894"/>
          </a:xfrm>
          <a:prstGeom prst="rect">
            <a:avLst/>
          </a:prstGeom>
          <a:solidFill>
            <a:schemeClr val="accent2">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Rectangle 3">
            <a:extLst>
              <a:ext uri="{FF2B5EF4-FFF2-40B4-BE49-F238E27FC236}">
                <a16:creationId xmlns:a16="http://schemas.microsoft.com/office/drawing/2014/main" id="{37768ED7-596C-A01F-EE60-144AB16602B6}"/>
              </a:ext>
            </a:extLst>
          </p:cNvPr>
          <p:cNvSpPr/>
          <p:nvPr/>
        </p:nvSpPr>
        <p:spPr>
          <a:xfrm>
            <a:off x="186324" y="1163151"/>
            <a:ext cx="11895551" cy="767894"/>
          </a:xfrm>
          <a:prstGeom prst="rect">
            <a:avLst/>
          </a:prstGeom>
          <a:solidFill>
            <a:schemeClr val="accent2">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b="1" dirty="0">
                <a:solidFill>
                  <a:prstClr val="white"/>
                </a:solidFill>
                <a:latin typeface="Arial" panose="020B0604020202020204" pitchFamily="34" charset="0"/>
                <a:cs typeface="Arial" panose="020B0604020202020204" pitchFamily="34" charset="0"/>
              </a:rPr>
              <a:t>The concept of transparency extends the general idea of hiding implementation details from end users</a:t>
            </a:r>
            <a:endPar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5" name="Rectangle 4">
            <a:extLst>
              <a:ext uri="{FF2B5EF4-FFF2-40B4-BE49-F238E27FC236}">
                <a16:creationId xmlns:a16="http://schemas.microsoft.com/office/drawing/2014/main" id="{0F2A729A-D4B8-9C94-6401-53645711BCE7}"/>
              </a:ext>
            </a:extLst>
          </p:cNvPr>
          <p:cNvSpPr/>
          <p:nvPr/>
        </p:nvSpPr>
        <p:spPr>
          <a:xfrm>
            <a:off x="110125" y="2104767"/>
            <a:ext cx="111760" cy="767894"/>
          </a:xfrm>
          <a:prstGeom prst="rect">
            <a:avLst/>
          </a:prstGeom>
          <a:solidFill>
            <a:schemeClr val="accent2">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6" name="Rectangle 5">
            <a:extLst>
              <a:ext uri="{FF2B5EF4-FFF2-40B4-BE49-F238E27FC236}">
                <a16:creationId xmlns:a16="http://schemas.microsoft.com/office/drawing/2014/main" id="{5B92C3C4-050D-6953-53CA-224D4F7A5869}"/>
              </a:ext>
            </a:extLst>
          </p:cNvPr>
          <p:cNvSpPr/>
          <p:nvPr/>
        </p:nvSpPr>
        <p:spPr>
          <a:xfrm>
            <a:off x="186324" y="2104767"/>
            <a:ext cx="11895551" cy="767894"/>
          </a:xfrm>
          <a:prstGeom prst="rect">
            <a:avLst/>
          </a:prstGeom>
          <a:solidFill>
            <a:schemeClr val="accent2">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b="1" dirty="0">
                <a:solidFill>
                  <a:prstClr val="white"/>
                </a:solidFill>
                <a:latin typeface="Arial" panose="020B0604020202020204" pitchFamily="34" charset="0"/>
                <a:cs typeface="Arial" panose="020B0604020202020204" pitchFamily="34" charset="0"/>
              </a:rPr>
              <a:t>A highly transparent system offers a lot of flexibility to the end user/application developer since it requires little or no awareness of underlying details on their part</a:t>
            </a:r>
            <a:endPar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1" name="Rectangle 10">
            <a:extLst>
              <a:ext uri="{FF2B5EF4-FFF2-40B4-BE49-F238E27FC236}">
                <a16:creationId xmlns:a16="http://schemas.microsoft.com/office/drawing/2014/main" id="{4D3B0F94-3AAE-B211-3BCF-9AED9D05348C}"/>
              </a:ext>
            </a:extLst>
          </p:cNvPr>
          <p:cNvSpPr/>
          <p:nvPr/>
        </p:nvSpPr>
        <p:spPr>
          <a:xfrm>
            <a:off x="110125" y="3046383"/>
            <a:ext cx="111760" cy="3246262"/>
          </a:xfrm>
          <a:prstGeom prst="rect">
            <a:avLst/>
          </a:prstGeom>
          <a:solidFill>
            <a:schemeClr val="accent2">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D5C99D34-BF4E-C8E9-2276-C35468EA32CF}"/>
              </a:ext>
            </a:extLst>
          </p:cNvPr>
          <p:cNvSpPr/>
          <p:nvPr/>
        </p:nvSpPr>
        <p:spPr>
          <a:xfrm>
            <a:off x="186324" y="3046383"/>
            <a:ext cx="11895551" cy="3246262"/>
          </a:xfrm>
          <a:prstGeom prst="rect">
            <a:avLst/>
          </a:prstGeom>
          <a:solidFill>
            <a:schemeClr val="accent2">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endParaRPr lang="en-US" sz="2000" b="1" dirty="0"/>
          </a:p>
          <a:p>
            <a:pPr marL="342900" indent="-342900">
              <a:buFont typeface="Arial" panose="020B0604020202020204" pitchFamily="34" charset="0"/>
              <a:buChar char="•"/>
            </a:pPr>
            <a:r>
              <a:rPr lang="en-US" sz="2000" b="1" dirty="0"/>
              <a:t>Data organization transparency (also known as </a:t>
            </a:r>
            <a:r>
              <a:rPr lang="en-US" sz="2000" b="1" i="1" dirty="0"/>
              <a:t>distribution </a:t>
            </a:r>
            <a:r>
              <a:rPr lang="en-US" sz="2000" b="1" dirty="0"/>
              <a:t>or </a:t>
            </a:r>
            <a:r>
              <a:rPr lang="en-US" sz="2000" b="1" i="1" dirty="0"/>
              <a:t>network transparency</a:t>
            </a:r>
            <a:r>
              <a:rPr lang="en-US" sz="2000" b="1" dirty="0"/>
              <a:t>).</a:t>
            </a:r>
          </a:p>
          <a:p>
            <a:pPr marL="342900" indent="-342900">
              <a:buFont typeface="Arial" panose="020B0604020202020204" pitchFamily="34" charset="0"/>
              <a:buChar char="•"/>
            </a:pPr>
            <a:r>
              <a:rPr lang="en-US" sz="2000" b="1" dirty="0"/>
              <a:t>Location transparency.</a:t>
            </a:r>
          </a:p>
          <a:p>
            <a:pPr marL="342900" indent="-342900">
              <a:buFont typeface="Arial" panose="020B0604020202020204" pitchFamily="34" charset="0"/>
              <a:buChar char="•"/>
            </a:pPr>
            <a:r>
              <a:rPr lang="en-US" sz="2000" b="1" dirty="0"/>
              <a:t>Replication transparency.</a:t>
            </a:r>
          </a:p>
          <a:p>
            <a:pPr marL="342900" indent="-342900">
              <a:buFont typeface="Arial" panose="020B0604020202020204" pitchFamily="34" charset="0"/>
              <a:buChar char="•"/>
            </a:pPr>
            <a:r>
              <a:rPr lang="en-US" sz="2000" b="1" dirty="0"/>
              <a:t>Fragmentation transparency:</a:t>
            </a:r>
          </a:p>
          <a:p>
            <a:pPr marL="800100" lvl="1" indent="-342900">
              <a:buFont typeface="Arial" panose="020B0604020202020204" pitchFamily="34" charset="0"/>
              <a:buChar char="•"/>
            </a:pPr>
            <a:r>
              <a:rPr lang="en-US" b="1" dirty="0"/>
              <a:t>Horizontal fragmentation/Sharding distributes a relation (table) into sub-relations that are subsets of the tuples (rows) in the original relation.</a:t>
            </a:r>
          </a:p>
          <a:p>
            <a:pPr marL="800100" lvl="1" indent="-342900">
              <a:buFont typeface="Arial" panose="020B0604020202020204" pitchFamily="34" charset="0"/>
              <a:buChar char="•"/>
            </a:pPr>
            <a:r>
              <a:rPr lang="en-US" b="1" dirty="0"/>
              <a:t>Vertical fragmentation distributes a relation into sub-relations where each sub-relation is defined by a subset of the columns of the original relation.</a:t>
            </a:r>
          </a:p>
          <a:p>
            <a:endParaRPr lang="en-US" b="1" dirty="0"/>
          </a:p>
          <a:p>
            <a:endPar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8719041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7300F-5347-709E-B221-0437581BEA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0DE18E-D5AE-A5CD-D912-2931675D4C79}"/>
              </a:ext>
            </a:extLst>
          </p:cNvPr>
          <p:cNvSpPr txBox="1">
            <a:spLocks/>
          </p:cNvSpPr>
          <p:nvPr/>
        </p:nvSpPr>
        <p:spPr>
          <a:xfrm>
            <a:off x="19178" y="192533"/>
            <a:ext cx="11996331"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Scalability &amp; Autonomy</a:t>
            </a:r>
            <a:r>
              <a:rPr lang="en-US" b="1" dirty="0">
                <a:latin typeface="Times New Roman" panose="02020603050405020304" pitchFamily="18" charset="0"/>
                <a:cs typeface="Times New Roman" panose="02020603050405020304" pitchFamily="18" charset="0"/>
              </a:rPr>
              <a:t>:</a:t>
            </a:r>
            <a:endParaRPr lang="en-US" sz="4200" b="1" dirty="0">
              <a:latin typeface="Times New Roman" panose="02020603050405020304" pitchFamily="18" charset="0"/>
              <a:cs typeface="Times New Roman" panose="02020603050405020304" pitchFamily="18" charset="0"/>
            </a:endParaRPr>
          </a:p>
        </p:txBody>
      </p:sp>
      <p:sp>
        <p:nvSpPr>
          <p:cNvPr id="11" name="Rectangle 10">
            <a:extLst>
              <a:ext uri="{FF2B5EF4-FFF2-40B4-BE49-F238E27FC236}">
                <a16:creationId xmlns:a16="http://schemas.microsoft.com/office/drawing/2014/main" id="{927F923C-46CC-5E0D-1D4B-69908694C153}"/>
              </a:ext>
            </a:extLst>
          </p:cNvPr>
          <p:cNvSpPr/>
          <p:nvPr/>
        </p:nvSpPr>
        <p:spPr>
          <a:xfrm>
            <a:off x="100292" y="970936"/>
            <a:ext cx="111760" cy="2458064"/>
          </a:xfrm>
          <a:prstGeom prst="rect">
            <a:avLst/>
          </a:prstGeom>
          <a:solidFill>
            <a:schemeClr val="accent2">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A857B536-BA57-73D0-D241-74AFB9F89989}"/>
              </a:ext>
            </a:extLst>
          </p:cNvPr>
          <p:cNvSpPr/>
          <p:nvPr/>
        </p:nvSpPr>
        <p:spPr>
          <a:xfrm>
            <a:off x="176491" y="970936"/>
            <a:ext cx="11895551" cy="2458064"/>
          </a:xfrm>
          <a:prstGeom prst="rect">
            <a:avLst/>
          </a:prstGeom>
          <a:solidFill>
            <a:schemeClr val="accent2">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dirty="0"/>
              <a:t>Scalability refers to the system's ability to expand its capacity without interruption while continuing to operate.</a:t>
            </a:r>
            <a:br>
              <a:rPr lang="en-US" sz="2000" b="1" dirty="0"/>
            </a:br>
            <a:endParaRPr lang="en-US" sz="2000" b="1" dirty="0"/>
          </a:p>
          <a:p>
            <a:pPr marL="342900" indent="-342900">
              <a:buFont typeface="Arial" panose="020B0604020202020204" pitchFamily="34" charset="0"/>
              <a:buChar char="•"/>
            </a:pPr>
            <a:r>
              <a:rPr lang="en-US" sz="2000" b="1" dirty="0"/>
              <a:t>Horizontal scalability: This refers to expanding the number of nodes in the distributed system.</a:t>
            </a:r>
          </a:p>
          <a:p>
            <a:pPr marL="342900" indent="-342900">
              <a:buFont typeface="Arial" panose="020B0604020202020204" pitchFamily="34" charset="0"/>
              <a:buChar char="•"/>
            </a:pPr>
            <a:r>
              <a:rPr lang="en-US" sz="2000" b="1" dirty="0"/>
              <a:t>Vertical scalability: This refers to expanding the capacity of the individual nodes in the system</a:t>
            </a:r>
          </a:p>
        </p:txBody>
      </p:sp>
      <p:sp>
        <p:nvSpPr>
          <p:cNvPr id="7" name="Rectangle 6">
            <a:extLst>
              <a:ext uri="{FF2B5EF4-FFF2-40B4-BE49-F238E27FC236}">
                <a16:creationId xmlns:a16="http://schemas.microsoft.com/office/drawing/2014/main" id="{3A1655AF-B343-5012-7214-D820B7A6441D}"/>
              </a:ext>
            </a:extLst>
          </p:cNvPr>
          <p:cNvSpPr/>
          <p:nvPr/>
        </p:nvSpPr>
        <p:spPr>
          <a:xfrm>
            <a:off x="100292" y="3657600"/>
            <a:ext cx="111760" cy="1275736"/>
          </a:xfrm>
          <a:prstGeom prst="rect">
            <a:avLst/>
          </a:prstGeom>
          <a:solidFill>
            <a:schemeClr val="accent2">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8" name="Rectangle 7">
            <a:extLst>
              <a:ext uri="{FF2B5EF4-FFF2-40B4-BE49-F238E27FC236}">
                <a16:creationId xmlns:a16="http://schemas.microsoft.com/office/drawing/2014/main" id="{A64807A3-BB1B-E77D-771D-5D2C7508AF3C}"/>
              </a:ext>
            </a:extLst>
          </p:cNvPr>
          <p:cNvSpPr/>
          <p:nvPr/>
        </p:nvSpPr>
        <p:spPr>
          <a:xfrm>
            <a:off x="176491" y="3657600"/>
            <a:ext cx="11895551" cy="1275736"/>
          </a:xfrm>
          <a:prstGeom prst="rect">
            <a:avLst/>
          </a:prstGeom>
          <a:solidFill>
            <a:schemeClr val="accent2">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dirty="0"/>
              <a:t>Autonomy determines the extent to which individual nodes or DBs in a connected DDB can operate independently. A high degree of autonomy is desirable for increased flexibility and customized maintenance of an individual node.</a:t>
            </a:r>
          </a:p>
        </p:txBody>
      </p:sp>
    </p:spTree>
    <p:extLst>
      <p:ext uri="{BB962C8B-B14F-4D97-AF65-F5344CB8AC3E}">
        <p14:creationId xmlns:p14="http://schemas.microsoft.com/office/powerpoint/2010/main" val="31565885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80FD5-C769-FB6E-8278-835AA5BDBA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6F73A6-851B-70CD-5243-431AC4102B99}"/>
              </a:ext>
            </a:extLst>
          </p:cNvPr>
          <p:cNvSpPr txBox="1">
            <a:spLocks/>
          </p:cNvSpPr>
          <p:nvPr/>
        </p:nvSpPr>
        <p:spPr>
          <a:xfrm>
            <a:off x="19178" y="192533"/>
            <a:ext cx="11996331"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CAP Theorem</a:t>
            </a:r>
            <a:r>
              <a:rPr lang="en-US" b="1" dirty="0">
                <a:latin typeface="Times New Roman" panose="02020603050405020304" pitchFamily="18" charset="0"/>
                <a:cs typeface="Times New Roman" panose="02020603050405020304" pitchFamily="18" charset="0"/>
              </a:rPr>
              <a:t>:</a:t>
            </a:r>
            <a:endParaRPr lang="en-US" sz="4200" b="1" dirty="0">
              <a:latin typeface="Times New Roman" panose="02020603050405020304" pitchFamily="18" charset="0"/>
              <a:cs typeface="Times New Roman" panose="02020603050405020304" pitchFamily="18" charset="0"/>
            </a:endParaRPr>
          </a:p>
        </p:txBody>
      </p:sp>
      <p:sp>
        <p:nvSpPr>
          <p:cNvPr id="11" name="Rectangle 10">
            <a:extLst>
              <a:ext uri="{FF2B5EF4-FFF2-40B4-BE49-F238E27FC236}">
                <a16:creationId xmlns:a16="http://schemas.microsoft.com/office/drawing/2014/main" id="{0FBAB5DD-0C24-6276-9A49-EF2CB301BA39}"/>
              </a:ext>
            </a:extLst>
          </p:cNvPr>
          <p:cNvSpPr/>
          <p:nvPr/>
        </p:nvSpPr>
        <p:spPr>
          <a:xfrm>
            <a:off x="100292" y="963561"/>
            <a:ext cx="111760" cy="865239"/>
          </a:xfrm>
          <a:prstGeom prst="rect">
            <a:avLst/>
          </a:prstGeom>
          <a:solidFill>
            <a:schemeClr val="accent2">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49C739CB-0857-4188-5AC3-060E52C14133}"/>
              </a:ext>
            </a:extLst>
          </p:cNvPr>
          <p:cNvSpPr/>
          <p:nvPr/>
        </p:nvSpPr>
        <p:spPr>
          <a:xfrm>
            <a:off x="176491" y="963561"/>
            <a:ext cx="11895551" cy="865239"/>
          </a:xfrm>
          <a:prstGeom prst="rect">
            <a:avLst/>
          </a:prstGeom>
          <a:solidFill>
            <a:schemeClr val="accent2">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dirty="0"/>
              <a:t>We assumed that the distributed database system (DDBS) is required to enforce the ACID properties (atomicity, consistency, isolation, durability) of transactions that are running concurrently</a:t>
            </a:r>
          </a:p>
        </p:txBody>
      </p:sp>
      <p:sp>
        <p:nvSpPr>
          <p:cNvPr id="7" name="Rectangle 6">
            <a:extLst>
              <a:ext uri="{FF2B5EF4-FFF2-40B4-BE49-F238E27FC236}">
                <a16:creationId xmlns:a16="http://schemas.microsoft.com/office/drawing/2014/main" id="{757FBC71-A6A6-1223-BC66-C80BAB797563}"/>
              </a:ext>
            </a:extLst>
          </p:cNvPr>
          <p:cNvSpPr/>
          <p:nvPr/>
        </p:nvSpPr>
        <p:spPr>
          <a:xfrm>
            <a:off x="135853" y="3036191"/>
            <a:ext cx="111760" cy="1730477"/>
          </a:xfrm>
          <a:prstGeom prst="rect">
            <a:avLst/>
          </a:prstGeom>
          <a:solidFill>
            <a:schemeClr val="accent2">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8" name="Rectangle 7">
            <a:extLst>
              <a:ext uri="{FF2B5EF4-FFF2-40B4-BE49-F238E27FC236}">
                <a16:creationId xmlns:a16="http://schemas.microsoft.com/office/drawing/2014/main" id="{07132906-ADAE-8548-A707-6DFDDD93EB2D}"/>
              </a:ext>
            </a:extLst>
          </p:cNvPr>
          <p:cNvSpPr/>
          <p:nvPr/>
        </p:nvSpPr>
        <p:spPr>
          <a:xfrm>
            <a:off x="212052" y="3036191"/>
            <a:ext cx="11895551" cy="1730477"/>
          </a:xfrm>
          <a:prstGeom prst="rect">
            <a:avLst/>
          </a:prstGeom>
          <a:solidFill>
            <a:schemeClr val="accent2">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2000" b="1" dirty="0"/>
              <a:t>The CAP theorem, which was originally introduced as the CAP principle, can be used to explain some of the competing requirements in a distributed system with replication. The three letters in CAP refer to three desirable properties of distributed systems with replicated data: consistency (among replicated copies), availability (of the system for read and write operations), and partition tolerance (in the face of the nodes in the system being partitioned by a network fault).</a:t>
            </a:r>
          </a:p>
        </p:txBody>
      </p:sp>
      <p:sp>
        <p:nvSpPr>
          <p:cNvPr id="3" name="Rectangle 2">
            <a:extLst>
              <a:ext uri="{FF2B5EF4-FFF2-40B4-BE49-F238E27FC236}">
                <a16:creationId xmlns:a16="http://schemas.microsoft.com/office/drawing/2014/main" id="{5A3EF605-CB6E-9D5F-3DFF-762A5004C55B}"/>
              </a:ext>
            </a:extLst>
          </p:cNvPr>
          <p:cNvSpPr/>
          <p:nvPr/>
        </p:nvSpPr>
        <p:spPr>
          <a:xfrm>
            <a:off x="100292" y="1999876"/>
            <a:ext cx="111760" cy="865239"/>
          </a:xfrm>
          <a:prstGeom prst="rect">
            <a:avLst/>
          </a:prstGeom>
          <a:solidFill>
            <a:schemeClr val="accent2">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4" name="Rectangle 3">
            <a:extLst>
              <a:ext uri="{FF2B5EF4-FFF2-40B4-BE49-F238E27FC236}">
                <a16:creationId xmlns:a16="http://schemas.microsoft.com/office/drawing/2014/main" id="{7CD6CFFB-FDD4-A3C8-E7B2-B105ADCA290D}"/>
              </a:ext>
            </a:extLst>
          </p:cNvPr>
          <p:cNvSpPr/>
          <p:nvPr/>
        </p:nvSpPr>
        <p:spPr>
          <a:xfrm>
            <a:off x="176491" y="1999876"/>
            <a:ext cx="11895551" cy="865239"/>
          </a:xfrm>
          <a:prstGeom prst="rect">
            <a:avLst/>
          </a:prstGeom>
          <a:solidFill>
            <a:schemeClr val="accent2">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dirty="0"/>
              <a:t>In the field of distributed systems, there are various levels of consistency among replicated data items, from weak consistency to strong consistency</a:t>
            </a:r>
          </a:p>
        </p:txBody>
      </p:sp>
      <p:sp>
        <p:nvSpPr>
          <p:cNvPr id="5" name="Rectangle 4">
            <a:extLst>
              <a:ext uri="{FF2B5EF4-FFF2-40B4-BE49-F238E27FC236}">
                <a16:creationId xmlns:a16="http://schemas.microsoft.com/office/drawing/2014/main" id="{BAAE5FF9-F93B-A95D-654D-71B7018873FB}"/>
              </a:ext>
            </a:extLst>
          </p:cNvPr>
          <p:cNvSpPr/>
          <p:nvPr/>
        </p:nvSpPr>
        <p:spPr>
          <a:xfrm>
            <a:off x="100292" y="4937744"/>
            <a:ext cx="111760" cy="1266411"/>
          </a:xfrm>
          <a:prstGeom prst="rect">
            <a:avLst/>
          </a:prstGeom>
          <a:solidFill>
            <a:schemeClr val="accent2">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6" name="Rectangle 5">
            <a:extLst>
              <a:ext uri="{FF2B5EF4-FFF2-40B4-BE49-F238E27FC236}">
                <a16:creationId xmlns:a16="http://schemas.microsoft.com/office/drawing/2014/main" id="{C01ED334-071B-01F5-21BB-45B8C7DC0FF8}"/>
              </a:ext>
            </a:extLst>
          </p:cNvPr>
          <p:cNvSpPr/>
          <p:nvPr/>
        </p:nvSpPr>
        <p:spPr>
          <a:xfrm>
            <a:off x="176491" y="4937744"/>
            <a:ext cx="11895551" cy="1266411"/>
          </a:xfrm>
          <a:prstGeom prst="rect">
            <a:avLst/>
          </a:prstGeom>
          <a:solidFill>
            <a:schemeClr val="accent2">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dirty="0"/>
              <a:t>The CAP theorem states that it is not possible to guarantee all three of the desirable properties—consistency, availability, and partition tolerance—at the same time in a distributed system with data replication. If this is the case, then the distributed system designer would have to choose two properties out of the three to guarantee.</a:t>
            </a:r>
          </a:p>
        </p:txBody>
      </p:sp>
    </p:spTree>
    <p:extLst>
      <p:ext uri="{BB962C8B-B14F-4D97-AF65-F5344CB8AC3E}">
        <p14:creationId xmlns:p14="http://schemas.microsoft.com/office/powerpoint/2010/main" val="8657863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1C7B1-692D-041D-E0BA-C3B06106E7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B781C5-DC2E-32AC-C8E2-B460D294B67F}"/>
              </a:ext>
            </a:extLst>
          </p:cNvPr>
          <p:cNvSpPr txBox="1">
            <a:spLocks/>
          </p:cNvSpPr>
          <p:nvPr/>
        </p:nvSpPr>
        <p:spPr>
          <a:xfrm>
            <a:off x="19178" y="192533"/>
            <a:ext cx="11996331"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CAP Theorem</a:t>
            </a:r>
            <a:r>
              <a:rPr lang="en-US" b="1" dirty="0">
                <a:latin typeface="Times New Roman" panose="02020603050405020304" pitchFamily="18" charset="0"/>
                <a:cs typeface="Times New Roman" panose="02020603050405020304" pitchFamily="18" charset="0"/>
              </a:rPr>
              <a:t>:</a:t>
            </a:r>
            <a:endParaRPr lang="en-US" sz="4200" b="1"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4B54FC11-C673-C1CC-5999-23923B04AEDC}"/>
              </a:ext>
            </a:extLst>
          </p:cNvPr>
          <p:cNvPicPr>
            <a:picLocks noChangeAspect="1"/>
          </p:cNvPicPr>
          <p:nvPr/>
        </p:nvPicPr>
        <p:blipFill>
          <a:blip r:embed="rId2"/>
          <a:stretch>
            <a:fillRect/>
          </a:stretch>
        </p:blipFill>
        <p:spPr>
          <a:xfrm>
            <a:off x="619941" y="855314"/>
            <a:ext cx="10402020" cy="5614312"/>
          </a:xfrm>
          <a:prstGeom prst="rect">
            <a:avLst/>
          </a:prstGeom>
        </p:spPr>
      </p:pic>
    </p:spTree>
    <p:extLst>
      <p:ext uri="{BB962C8B-B14F-4D97-AF65-F5344CB8AC3E}">
        <p14:creationId xmlns:p14="http://schemas.microsoft.com/office/powerpoint/2010/main" val="6287736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B0D50-E77C-097E-0595-F353CCC4B79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34DBE42-E3DF-77C5-6D00-DD808DD80EFB}"/>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4005744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2">
            <a:lumMod val="50000"/>
          </a:schemeClr>
        </a:solidFill>
        <a:effectLst/>
      </p:bgPr>
    </p:bg>
    <p:spTree>
      <p:nvGrpSpPr>
        <p:cNvPr id="1" name="">
          <a:extLst>
            <a:ext uri="{FF2B5EF4-FFF2-40B4-BE49-F238E27FC236}">
              <a16:creationId xmlns:a16="http://schemas.microsoft.com/office/drawing/2014/main" id="{FAAE0B34-B9E8-2351-ED6C-42C05DBF55E2}"/>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2D32EA5F-46AC-EAF3-5E71-C3C53E3C773B}"/>
              </a:ext>
            </a:extLst>
          </p:cNvPr>
          <p:cNvSpPr txBox="1"/>
          <p:nvPr/>
        </p:nvSpPr>
        <p:spPr>
          <a:xfrm>
            <a:off x="1153883" y="2274838"/>
            <a:ext cx="9884233" cy="230832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200"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Distributed Computing Models</a:t>
            </a:r>
          </a:p>
        </p:txBody>
      </p:sp>
    </p:spTree>
    <p:extLst>
      <p:ext uri="{BB962C8B-B14F-4D97-AF65-F5344CB8AC3E}">
        <p14:creationId xmlns:p14="http://schemas.microsoft.com/office/powerpoint/2010/main" val="20877033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C21D9-7914-4A40-8117-8A10816D9581}"/>
              </a:ext>
            </a:extLst>
          </p:cNvPr>
          <p:cNvSpPr txBox="1">
            <a:spLocks noGrp="1"/>
          </p:cNvSpPr>
          <p:nvPr>
            <p:ph type="title"/>
          </p:nvPr>
        </p:nvSpPr>
        <p:spPr>
          <a:xfrm>
            <a:off x="325343" y="348930"/>
            <a:ext cx="10515600" cy="1325563"/>
          </a:xfrm>
        </p:spPr>
        <p:txBody>
          <a:bodyPr/>
          <a:lstStyle/>
          <a:p>
            <a:pPr lvl="0"/>
            <a:r>
              <a:rPr lang="en-US" b="1" dirty="0"/>
              <a:t>Distributed Computing Models:</a:t>
            </a:r>
          </a:p>
        </p:txBody>
      </p:sp>
      <p:pic>
        <p:nvPicPr>
          <p:cNvPr id="3" name="Picture 3">
            <a:extLst>
              <a:ext uri="{FF2B5EF4-FFF2-40B4-BE49-F238E27FC236}">
                <a16:creationId xmlns:a16="http://schemas.microsoft.com/office/drawing/2014/main" id="{4436498C-164B-484C-829D-4DB2E7C990B9}"/>
              </a:ext>
            </a:extLst>
          </p:cNvPr>
          <p:cNvPicPr>
            <a:picLocks noChangeAspect="1"/>
          </p:cNvPicPr>
          <p:nvPr/>
        </p:nvPicPr>
        <p:blipFill>
          <a:blip r:embed="rId2"/>
          <a:stretch>
            <a:fillRect/>
          </a:stretch>
        </p:blipFill>
        <p:spPr>
          <a:xfrm>
            <a:off x="2172930" y="1976285"/>
            <a:ext cx="6882580" cy="2819552"/>
          </a:xfrm>
          <a:prstGeom prst="rect">
            <a:avLst/>
          </a:prstGeom>
          <a:noFill/>
          <a:ln cap="flat">
            <a:noFill/>
          </a:ln>
        </p:spPr>
      </p:pic>
      <p:sp>
        <p:nvSpPr>
          <p:cNvPr id="4" name="TextBox 5">
            <a:extLst>
              <a:ext uri="{FF2B5EF4-FFF2-40B4-BE49-F238E27FC236}">
                <a16:creationId xmlns:a16="http://schemas.microsoft.com/office/drawing/2014/main" id="{814AE975-247B-407F-BF79-A1B3D9CCB18C}"/>
              </a:ext>
            </a:extLst>
          </p:cNvPr>
          <p:cNvSpPr txBox="1"/>
          <p:nvPr/>
        </p:nvSpPr>
        <p:spPr>
          <a:xfrm>
            <a:off x="325343" y="5117942"/>
            <a:ext cx="10870094" cy="1323439"/>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1" i="0" u="none" strike="noStrike" kern="1200" cap="none" spc="0" baseline="0" dirty="0">
                <a:solidFill>
                  <a:srgbClr val="000000"/>
                </a:solidFill>
                <a:uFillTx/>
                <a:latin typeface="Arial" panose="020B0604020202020204" pitchFamily="34" charset="0"/>
                <a:cs typeface="Arial" panose="020B0604020202020204" pitchFamily="34" charset="0"/>
              </a:rPr>
              <a:t>If both components are equivalent, they are both able to initiate and respond to messages, then we have a peer-to-peer system. Note that this is a logical classification: one peer may be a 16,000-core supercomputer, the other might be a mobile phone. But if both can act similarly, then they are peers.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3">
            <a:extLst>
              <a:ext uri="{FF2B5EF4-FFF2-40B4-BE49-F238E27FC236}">
                <a16:creationId xmlns:a16="http://schemas.microsoft.com/office/drawing/2014/main" id="{E844F942-5CDB-44AB-9DC7-5EB7CA7D26ED}"/>
              </a:ext>
            </a:extLst>
          </p:cNvPr>
          <p:cNvPicPr>
            <a:picLocks noChangeAspect="1"/>
          </p:cNvPicPr>
          <p:nvPr/>
        </p:nvPicPr>
        <p:blipFill>
          <a:blip r:embed="rId2"/>
          <a:stretch>
            <a:fillRect/>
          </a:stretch>
        </p:blipFill>
        <p:spPr>
          <a:xfrm>
            <a:off x="729279" y="263219"/>
            <a:ext cx="7791446" cy="5981703"/>
          </a:xfrm>
          <a:prstGeom prst="rect">
            <a:avLst/>
          </a:prstGeom>
          <a:noFill/>
          <a:ln cap="flat">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B9207-0502-4970-9B24-1D1B41474A87}"/>
              </a:ext>
            </a:extLst>
          </p:cNvPr>
          <p:cNvSpPr txBox="1">
            <a:spLocks noGrp="1"/>
          </p:cNvSpPr>
          <p:nvPr>
            <p:ph type="title"/>
          </p:nvPr>
        </p:nvSpPr>
        <p:spPr>
          <a:xfrm>
            <a:off x="49161" y="0"/>
            <a:ext cx="10515600" cy="1325559"/>
          </a:xfrm>
        </p:spPr>
        <p:txBody>
          <a:bodyPr>
            <a:normAutofit/>
          </a:bodyPr>
          <a:lstStyle/>
          <a:p>
            <a:pPr lvl="0"/>
            <a:r>
              <a:rPr lang="en-US" b="1" dirty="0">
                <a:solidFill>
                  <a:schemeClr val="tx1"/>
                </a:solidFill>
                <a:latin typeface="+mj-lt"/>
                <a:ea typeface="+mj-ea"/>
                <a:cs typeface="+mj-cs"/>
              </a:rPr>
              <a:t>Server Distribution:</a:t>
            </a:r>
          </a:p>
        </p:txBody>
      </p:sp>
      <p:pic>
        <p:nvPicPr>
          <p:cNvPr id="3" name="Picture 3">
            <a:extLst>
              <a:ext uri="{FF2B5EF4-FFF2-40B4-BE49-F238E27FC236}">
                <a16:creationId xmlns:a16="http://schemas.microsoft.com/office/drawing/2014/main" id="{A78AF23C-E1E0-4540-B2FB-D9F4BB41C73E}"/>
              </a:ext>
            </a:extLst>
          </p:cNvPr>
          <p:cNvPicPr>
            <a:picLocks noChangeAspect="1"/>
          </p:cNvPicPr>
          <p:nvPr/>
        </p:nvPicPr>
        <p:blipFill>
          <a:blip r:embed="rId2"/>
          <a:stretch>
            <a:fillRect/>
          </a:stretch>
        </p:blipFill>
        <p:spPr>
          <a:xfrm>
            <a:off x="1307690" y="1391405"/>
            <a:ext cx="9478297" cy="4940429"/>
          </a:xfrm>
          <a:prstGeom prst="rect">
            <a:avLst/>
          </a:prstGeom>
          <a:noFill/>
          <a:ln cap="flat">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a:extLst>
              <a:ext uri="{FF2B5EF4-FFF2-40B4-BE49-F238E27FC236}">
                <a16:creationId xmlns:a16="http://schemas.microsoft.com/office/drawing/2014/main" id="{C6B72134-43E6-4F2C-B422-074182B10771}"/>
              </a:ext>
            </a:extLst>
          </p:cNvPr>
          <p:cNvPicPr>
            <a:picLocks noChangeAspect="1"/>
          </p:cNvPicPr>
          <p:nvPr/>
        </p:nvPicPr>
        <p:blipFill>
          <a:blip r:embed="rId2"/>
          <a:stretch>
            <a:fillRect/>
          </a:stretch>
        </p:blipFill>
        <p:spPr>
          <a:xfrm>
            <a:off x="0" y="0"/>
            <a:ext cx="12191999" cy="6858000"/>
          </a:xfrm>
          <a:prstGeom prst="rect">
            <a:avLst/>
          </a:prstGeom>
          <a:noFill/>
          <a:ln cap="flat">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DEB5B-FD11-49A2-9EFF-1047F85F35A4}"/>
              </a:ext>
            </a:extLst>
          </p:cNvPr>
          <p:cNvSpPr txBox="1">
            <a:spLocks noGrp="1"/>
          </p:cNvSpPr>
          <p:nvPr>
            <p:ph type="title"/>
          </p:nvPr>
        </p:nvSpPr>
        <p:spPr>
          <a:xfrm>
            <a:off x="334297" y="325800"/>
            <a:ext cx="10515600" cy="1325559"/>
          </a:xfrm>
        </p:spPr>
        <p:txBody>
          <a:bodyPr/>
          <a:lstStyle/>
          <a:p>
            <a:pPr lvl="0"/>
            <a:r>
              <a:rPr lang="en-US" dirty="0"/>
              <a:t>MapReduce Processing</a:t>
            </a:r>
          </a:p>
        </p:txBody>
      </p:sp>
      <p:pic>
        <p:nvPicPr>
          <p:cNvPr id="3" name="Content Placeholder 6" descr="A close up of a map&#10;&#10;Description automatically generated">
            <a:extLst>
              <a:ext uri="{FF2B5EF4-FFF2-40B4-BE49-F238E27FC236}">
                <a16:creationId xmlns:a16="http://schemas.microsoft.com/office/drawing/2014/main" id="{29958617-C11D-4AC8-BB1A-622619EB8D43}"/>
              </a:ext>
            </a:extLst>
          </p:cNvPr>
          <p:cNvPicPr>
            <a:picLocks noGrp="1" noChangeAspect="1"/>
          </p:cNvPicPr>
          <p:nvPr>
            <p:ph idx="1"/>
          </p:nvPr>
        </p:nvPicPr>
        <p:blipFill>
          <a:blip r:embed="rId2"/>
          <a:stretch>
            <a:fillRect/>
          </a:stretch>
        </p:blipFill>
        <p:spPr>
          <a:xfrm>
            <a:off x="334297" y="2204865"/>
            <a:ext cx="11019506" cy="3989458"/>
          </a:xfr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1A3DF-A96B-EABF-6CCD-D59B374E9B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D60F3A-BA77-BBD3-9F8C-341601E71FB0}"/>
              </a:ext>
            </a:extLst>
          </p:cNvPr>
          <p:cNvSpPr>
            <a:spLocks noGrp="1"/>
          </p:cNvSpPr>
          <p:nvPr>
            <p:ph type="title"/>
          </p:nvPr>
        </p:nvSpPr>
        <p:spPr>
          <a:xfrm>
            <a:off x="71284" y="0"/>
            <a:ext cx="10515600" cy="1325563"/>
          </a:xfrm>
        </p:spPr>
        <p:txBody>
          <a:bodyPr/>
          <a:lstStyle/>
          <a:p>
            <a:r>
              <a:rPr lang="en-US" b="1" dirty="0">
                <a:latin typeface="Times New Roman" panose="02020603050405020304" pitchFamily="18" charset="0"/>
                <a:cs typeface="Times New Roman" panose="02020603050405020304" pitchFamily="18" charset="0"/>
              </a:rPr>
              <a:t>System Workflow:</a:t>
            </a:r>
          </a:p>
        </p:txBody>
      </p:sp>
      <p:pic>
        <p:nvPicPr>
          <p:cNvPr id="6" name="Graphic 5" descr="Man with facial hair">
            <a:extLst>
              <a:ext uri="{FF2B5EF4-FFF2-40B4-BE49-F238E27FC236}">
                <a16:creationId xmlns:a16="http://schemas.microsoft.com/office/drawing/2014/main" id="{2C0E3D50-F311-4641-841E-15761A2F82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8348" y="4041060"/>
            <a:ext cx="1188167" cy="1610052"/>
          </a:xfrm>
          <a:prstGeom prst="rect">
            <a:avLst/>
          </a:prstGeom>
        </p:spPr>
      </p:pic>
      <p:grpSp>
        <p:nvGrpSpPr>
          <p:cNvPr id="30" name="Group 29">
            <a:extLst>
              <a:ext uri="{FF2B5EF4-FFF2-40B4-BE49-F238E27FC236}">
                <a16:creationId xmlns:a16="http://schemas.microsoft.com/office/drawing/2014/main" id="{76D2EAF5-7FEE-BFED-F47F-A6CA24566526}"/>
              </a:ext>
            </a:extLst>
          </p:cNvPr>
          <p:cNvGrpSpPr/>
          <p:nvPr/>
        </p:nvGrpSpPr>
        <p:grpSpPr>
          <a:xfrm>
            <a:off x="5048864" y="3819771"/>
            <a:ext cx="1995948" cy="2185402"/>
            <a:chOff x="4100052" y="1111047"/>
            <a:chExt cx="1995948" cy="2185402"/>
          </a:xfrm>
        </p:grpSpPr>
        <p:grpSp>
          <p:nvGrpSpPr>
            <p:cNvPr id="18" name="Group 17">
              <a:extLst>
                <a:ext uri="{FF2B5EF4-FFF2-40B4-BE49-F238E27FC236}">
                  <a16:creationId xmlns:a16="http://schemas.microsoft.com/office/drawing/2014/main" id="{EF2432E8-78D9-2D03-142E-A4E6486A4ABD}"/>
                </a:ext>
              </a:extLst>
            </p:cNvPr>
            <p:cNvGrpSpPr/>
            <p:nvPr/>
          </p:nvGrpSpPr>
          <p:grpSpPr>
            <a:xfrm>
              <a:off x="4100052" y="1111047"/>
              <a:ext cx="1830033" cy="1738468"/>
              <a:chOff x="4010328" y="2386164"/>
              <a:chExt cx="2085672" cy="2085672"/>
            </a:xfrm>
          </p:grpSpPr>
          <p:pic>
            <p:nvPicPr>
              <p:cNvPr id="15" name="Graphic 14" descr="Cmd Terminal with solid fill">
                <a:extLst>
                  <a:ext uri="{FF2B5EF4-FFF2-40B4-BE49-F238E27FC236}">
                    <a16:creationId xmlns:a16="http://schemas.microsoft.com/office/drawing/2014/main" id="{67DD556B-2AD8-6F8F-5DA5-1389C36620B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249029" y="3038168"/>
                <a:ext cx="813967" cy="531608"/>
              </a:xfrm>
              <a:prstGeom prst="rect">
                <a:avLst/>
              </a:prstGeom>
            </p:spPr>
          </p:pic>
          <p:pic>
            <p:nvPicPr>
              <p:cNvPr id="17" name="Graphic 16" descr="Computer with solid fill">
                <a:extLst>
                  <a:ext uri="{FF2B5EF4-FFF2-40B4-BE49-F238E27FC236}">
                    <a16:creationId xmlns:a16="http://schemas.microsoft.com/office/drawing/2014/main" id="{D5060A21-90FB-0112-EA9F-0E66F40BC81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010328" y="2386164"/>
                <a:ext cx="2085672" cy="2085672"/>
              </a:xfrm>
              <a:prstGeom prst="rect">
                <a:avLst/>
              </a:prstGeom>
            </p:spPr>
          </p:pic>
        </p:grpSp>
        <p:sp>
          <p:nvSpPr>
            <p:cNvPr id="19" name="TextBox 18">
              <a:extLst>
                <a:ext uri="{FF2B5EF4-FFF2-40B4-BE49-F238E27FC236}">
                  <a16:creationId xmlns:a16="http://schemas.microsoft.com/office/drawing/2014/main" id="{29C61953-2B5B-6481-4890-0C9AA6957D3F}"/>
                </a:ext>
              </a:extLst>
            </p:cNvPr>
            <p:cNvSpPr txBox="1"/>
            <p:nvPr/>
          </p:nvSpPr>
          <p:spPr>
            <a:xfrm>
              <a:off x="4100052" y="2650118"/>
              <a:ext cx="1995948" cy="646331"/>
            </a:xfrm>
            <a:prstGeom prst="rect">
              <a:avLst/>
            </a:prstGeom>
            <a:noFill/>
          </p:spPr>
          <p:txBody>
            <a:bodyPr wrap="square" rtlCol="0">
              <a:spAutoFit/>
            </a:bodyPr>
            <a:lstStyle/>
            <a:p>
              <a:pPr algn="ctr"/>
              <a:r>
                <a:rPr lang="en-US" b="1" dirty="0">
                  <a:solidFill>
                    <a:srgbClr val="FF0000"/>
                  </a:solidFill>
                  <a:latin typeface="Arial" panose="020B0604020202020204" pitchFamily="34" charset="0"/>
                  <a:cs typeface="Arial" panose="020B0604020202020204" pitchFamily="34" charset="0"/>
                </a:rPr>
                <a:t>A system with a friendly UI</a:t>
              </a:r>
            </a:p>
          </p:txBody>
        </p:sp>
      </p:grpSp>
      <p:grpSp>
        <p:nvGrpSpPr>
          <p:cNvPr id="34" name="Group 33">
            <a:extLst>
              <a:ext uri="{FF2B5EF4-FFF2-40B4-BE49-F238E27FC236}">
                <a16:creationId xmlns:a16="http://schemas.microsoft.com/office/drawing/2014/main" id="{BC8869E4-FB66-E920-A8DE-BC173F2FBAFB}"/>
              </a:ext>
            </a:extLst>
          </p:cNvPr>
          <p:cNvGrpSpPr/>
          <p:nvPr/>
        </p:nvGrpSpPr>
        <p:grpSpPr>
          <a:xfrm>
            <a:off x="1683156" y="4251174"/>
            <a:ext cx="3045542" cy="369332"/>
            <a:chOff x="1605116" y="1310370"/>
            <a:chExt cx="3045542" cy="369332"/>
          </a:xfrm>
        </p:grpSpPr>
        <p:cxnSp>
          <p:nvCxnSpPr>
            <p:cNvPr id="29" name="Straight Arrow Connector 28">
              <a:extLst>
                <a:ext uri="{FF2B5EF4-FFF2-40B4-BE49-F238E27FC236}">
                  <a16:creationId xmlns:a16="http://schemas.microsoft.com/office/drawing/2014/main" id="{4D54136E-6341-09CD-A254-BD80B1A2E6F9}"/>
                </a:ext>
              </a:extLst>
            </p:cNvPr>
            <p:cNvCxnSpPr>
              <a:cxnSpLocks/>
            </p:cNvCxnSpPr>
            <p:nvPr/>
          </p:nvCxnSpPr>
          <p:spPr>
            <a:xfrm>
              <a:off x="1605116" y="1664509"/>
              <a:ext cx="304554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EC58BEBD-254E-3FD1-C81E-C3BD353A4274}"/>
                </a:ext>
              </a:extLst>
            </p:cNvPr>
            <p:cNvSpPr txBox="1"/>
            <p:nvPr/>
          </p:nvSpPr>
          <p:spPr>
            <a:xfrm>
              <a:off x="1688074" y="1310370"/>
              <a:ext cx="2713008"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2- Source of the data</a:t>
              </a:r>
            </a:p>
          </p:txBody>
        </p:sp>
      </p:grpSp>
      <p:grpSp>
        <p:nvGrpSpPr>
          <p:cNvPr id="46" name="Group 45">
            <a:extLst>
              <a:ext uri="{FF2B5EF4-FFF2-40B4-BE49-F238E27FC236}">
                <a16:creationId xmlns:a16="http://schemas.microsoft.com/office/drawing/2014/main" id="{26858A68-7CAD-B9F7-0B33-B2B5BD18DD04}"/>
              </a:ext>
            </a:extLst>
          </p:cNvPr>
          <p:cNvGrpSpPr/>
          <p:nvPr/>
        </p:nvGrpSpPr>
        <p:grpSpPr>
          <a:xfrm>
            <a:off x="1683156" y="4826869"/>
            <a:ext cx="3045542" cy="369332"/>
            <a:chOff x="1605116" y="1310370"/>
            <a:chExt cx="3045542" cy="369332"/>
          </a:xfrm>
        </p:grpSpPr>
        <p:cxnSp>
          <p:nvCxnSpPr>
            <p:cNvPr id="47" name="Straight Arrow Connector 46">
              <a:extLst>
                <a:ext uri="{FF2B5EF4-FFF2-40B4-BE49-F238E27FC236}">
                  <a16:creationId xmlns:a16="http://schemas.microsoft.com/office/drawing/2014/main" id="{0D1816D6-A0B7-0D2A-063F-AC3F13D0C722}"/>
                </a:ext>
              </a:extLst>
            </p:cNvPr>
            <p:cNvCxnSpPr>
              <a:cxnSpLocks/>
            </p:cNvCxnSpPr>
            <p:nvPr/>
          </p:nvCxnSpPr>
          <p:spPr>
            <a:xfrm>
              <a:off x="1605116" y="1664509"/>
              <a:ext cx="304554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8" name="TextBox 47">
              <a:extLst>
                <a:ext uri="{FF2B5EF4-FFF2-40B4-BE49-F238E27FC236}">
                  <a16:creationId xmlns:a16="http://schemas.microsoft.com/office/drawing/2014/main" id="{7CA39667-4369-8107-0DE1-F00B4E0CCBAF}"/>
                </a:ext>
              </a:extLst>
            </p:cNvPr>
            <p:cNvSpPr txBox="1"/>
            <p:nvPr/>
          </p:nvSpPr>
          <p:spPr>
            <a:xfrm>
              <a:off x="1688074" y="1310370"/>
              <a:ext cx="2713008"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3- The task</a:t>
              </a:r>
            </a:p>
          </p:txBody>
        </p:sp>
      </p:grpSp>
      <p:grpSp>
        <p:nvGrpSpPr>
          <p:cNvPr id="49" name="Group 48">
            <a:extLst>
              <a:ext uri="{FF2B5EF4-FFF2-40B4-BE49-F238E27FC236}">
                <a16:creationId xmlns:a16="http://schemas.microsoft.com/office/drawing/2014/main" id="{B208C2F3-1689-258F-F17F-B826D9BBC136}"/>
              </a:ext>
            </a:extLst>
          </p:cNvPr>
          <p:cNvGrpSpPr/>
          <p:nvPr/>
        </p:nvGrpSpPr>
        <p:grpSpPr>
          <a:xfrm>
            <a:off x="1683156" y="5417193"/>
            <a:ext cx="3045542" cy="369332"/>
            <a:chOff x="1605116" y="1310370"/>
            <a:chExt cx="3045542" cy="369332"/>
          </a:xfrm>
        </p:grpSpPr>
        <p:cxnSp>
          <p:nvCxnSpPr>
            <p:cNvPr id="50" name="Straight Arrow Connector 49">
              <a:extLst>
                <a:ext uri="{FF2B5EF4-FFF2-40B4-BE49-F238E27FC236}">
                  <a16:creationId xmlns:a16="http://schemas.microsoft.com/office/drawing/2014/main" id="{86A72DE1-C8D3-F18A-F6EC-7567E41DB93A}"/>
                </a:ext>
              </a:extLst>
            </p:cNvPr>
            <p:cNvCxnSpPr>
              <a:cxnSpLocks/>
            </p:cNvCxnSpPr>
            <p:nvPr/>
          </p:nvCxnSpPr>
          <p:spPr>
            <a:xfrm>
              <a:off x="1605116" y="1664509"/>
              <a:ext cx="304554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1" name="TextBox 50">
              <a:extLst>
                <a:ext uri="{FF2B5EF4-FFF2-40B4-BE49-F238E27FC236}">
                  <a16:creationId xmlns:a16="http://schemas.microsoft.com/office/drawing/2014/main" id="{BF593EBA-570C-1B7C-33B2-2921C5098F42}"/>
                </a:ext>
              </a:extLst>
            </p:cNvPr>
            <p:cNvSpPr txBox="1"/>
            <p:nvPr/>
          </p:nvSpPr>
          <p:spPr>
            <a:xfrm>
              <a:off x="1688074" y="1310370"/>
              <a:ext cx="2713008"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4- The command to run</a:t>
              </a:r>
            </a:p>
          </p:txBody>
        </p:sp>
      </p:grpSp>
      <p:grpSp>
        <p:nvGrpSpPr>
          <p:cNvPr id="52" name="Group 51">
            <a:extLst>
              <a:ext uri="{FF2B5EF4-FFF2-40B4-BE49-F238E27FC236}">
                <a16:creationId xmlns:a16="http://schemas.microsoft.com/office/drawing/2014/main" id="{A5DE3F75-17D3-97D4-A808-A8B53FCCF354}"/>
              </a:ext>
            </a:extLst>
          </p:cNvPr>
          <p:cNvGrpSpPr/>
          <p:nvPr/>
        </p:nvGrpSpPr>
        <p:grpSpPr>
          <a:xfrm>
            <a:off x="1683156" y="3671728"/>
            <a:ext cx="3045542" cy="369332"/>
            <a:chOff x="1605116" y="1310370"/>
            <a:chExt cx="3045542" cy="369332"/>
          </a:xfrm>
        </p:grpSpPr>
        <p:cxnSp>
          <p:nvCxnSpPr>
            <p:cNvPr id="53" name="Straight Arrow Connector 52">
              <a:extLst>
                <a:ext uri="{FF2B5EF4-FFF2-40B4-BE49-F238E27FC236}">
                  <a16:creationId xmlns:a16="http://schemas.microsoft.com/office/drawing/2014/main" id="{5C58DDEA-EEC7-339C-B9AE-E2AC0F85193A}"/>
                </a:ext>
              </a:extLst>
            </p:cNvPr>
            <p:cNvCxnSpPr>
              <a:cxnSpLocks/>
            </p:cNvCxnSpPr>
            <p:nvPr/>
          </p:nvCxnSpPr>
          <p:spPr>
            <a:xfrm>
              <a:off x="1605116" y="1664509"/>
              <a:ext cx="304554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4" name="TextBox 53">
              <a:extLst>
                <a:ext uri="{FF2B5EF4-FFF2-40B4-BE49-F238E27FC236}">
                  <a16:creationId xmlns:a16="http://schemas.microsoft.com/office/drawing/2014/main" id="{FD9AA24A-2E76-B2EA-9706-3BD9C73148C0}"/>
                </a:ext>
              </a:extLst>
            </p:cNvPr>
            <p:cNvSpPr txBox="1"/>
            <p:nvPr/>
          </p:nvSpPr>
          <p:spPr>
            <a:xfrm>
              <a:off x="1688074" y="1310370"/>
              <a:ext cx="2713008"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1- SIMD or SDMI</a:t>
              </a:r>
            </a:p>
          </p:txBody>
        </p:sp>
      </p:grpSp>
      <p:cxnSp>
        <p:nvCxnSpPr>
          <p:cNvPr id="60" name="Straight Arrow Connector 59">
            <a:extLst>
              <a:ext uri="{FF2B5EF4-FFF2-40B4-BE49-F238E27FC236}">
                <a16:creationId xmlns:a16="http://schemas.microsoft.com/office/drawing/2014/main" id="{D24D7DB8-86D6-D702-10CF-0793245C3462}"/>
              </a:ext>
            </a:extLst>
          </p:cNvPr>
          <p:cNvCxnSpPr>
            <a:cxnSpLocks/>
          </p:cNvCxnSpPr>
          <p:nvPr/>
        </p:nvCxnSpPr>
        <p:spPr>
          <a:xfrm flipV="1">
            <a:off x="6878897" y="3525028"/>
            <a:ext cx="1154058" cy="116397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1" name="Straight Arrow Connector 80">
            <a:extLst>
              <a:ext uri="{FF2B5EF4-FFF2-40B4-BE49-F238E27FC236}">
                <a16:creationId xmlns:a16="http://schemas.microsoft.com/office/drawing/2014/main" id="{5D7E8553-3520-618E-8EB7-EE48CDF0138D}"/>
              </a:ext>
            </a:extLst>
          </p:cNvPr>
          <p:cNvCxnSpPr>
            <a:stCxn id="64" idx="2"/>
          </p:cNvCxnSpPr>
          <p:nvPr/>
        </p:nvCxnSpPr>
        <p:spPr>
          <a:xfrm>
            <a:off x="8466190" y="3525028"/>
            <a:ext cx="569655" cy="94864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32FF8B6C-A184-54DA-42C8-E837AC2B1FD0}"/>
              </a:ext>
            </a:extLst>
          </p:cNvPr>
          <p:cNvCxnSpPr>
            <a:stCxn id="64" idx="2"/>
          </p:cNvCxnSpPr>
          <p:nvPr/>
        </p:nvCxnSpPr>
        <p:spPr>
          <a:xfrm>
            <a:off x="8466190" y="3525028"/>
            <a:ext cx="943281" cy="7790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7" name="Straight Arrow Connector 86">
            <a:extLst>
              <a:ext uri="{FF2B5EF4-FFF2-40B4-BE49-F238E27FC236}">
                <a16:creationId xmlns:a16="http://schemas.microsoft.com/office/drawing/2014/main" id="{FD2084A2-D89D-9049-18BF-D065AD47101F}"/>
              </a:ext>
            </a:extLst>
          </p:cNvPr>
          <p:cNvCxnSpPr>
            <a:stCxn id="64" idx="2"/>
          </p:cNvCxnSpPr>
          <p:nvPr/>
        </p:nvCxnSpPr>
        <p:spPr>
          <a:xfrm>
            <a:off x="8466190" y="3525028"/>
            <a:ext cx="205861" cy="10597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9" name="Straight Arrow Connector 88">
            <a:extLst>
              <a:ext uri="{FF2B5EF4-FFF2-40B4-BE49-F238E27FC236}">
                <a16:creationId xmlns:a16="http://schemas.microsoft.com/office/drawing/2014/main" id="{01BFDEF4-6C62-A70B-4966-689717AC399C}"/>
              </a:ext>
            </a:extLst>
          </p:cNvPr>
          <p:cNvCxnSpPr>
            <a:stCxn id="64" idx="2"/>
          </p:cNvCxnSpPr>
          <p:nvPr/>
        </p:nvCxnSpPr>
        <p:spPr>
          <a:xfrm>
            <a:off x="8466190" y="3525028"/>
            <a:ext cx="1267745" cy="72614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1" name="Straight Arrow Connector 90">
            <a:extLst>
              <a:ext uri="{FF2B5EF4-FFF2-40B4-BE49-F238E27FC236}">
                <a16:creationId xmlns:a16="http://schemas.microsoft.com/office/drawing/2014/main" id="{E6B54426-A3FD-C747-16D8-F9654F947DC3}"/>
              </a:ext>
            </a:extLst>
          </p:cNvPr>
          <p:cNvCxnSpPr>
            <a:stCxn id="64" idx="2"/>
          </p:cNvCxnSpPr>
          <p:nvPr/>
        </p:nvCxnSpPr>
        <p:spPr>
          <a:xfrm>
            <a:off x="8466190" y="3525028"/>
            <a:ext cx="0" cy="128131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3" name="Straight Arrow Connector 92">
            <a:extLst>
              <a:ext uri="{FF2B5EF4-FFF2-40B4-BE49-F238E27FC236}">
                <a16:creationId xmlns:a16="http://schemas.microsoft.com/office/drawing/2014/main" id="{E248946A-4D7F-EF98-952B-8E9A5A32B220}"/>
              </a:ext>
            </a:extLst>
          </p:cNvPr>
          <p:cNvCxnSpPr>
            <a:stCxn id="64" idx="2"/>
          </p:cNvCxnSpPr>
          <p:nvPr/>
        </p:nvCxnSpPr>
        <p:spPr>
          <a:xfrm>
            <a:off x="8466190" y="3525028"/>
            <a:ext cx="1523384" cy="52988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99" name="Group 98">
            <a:extLst>
              <a:ext uri="{FF2B5EF4-FFF2-40B4-BE49-F238E27FC236}">
                <a16:creationId xmlns:a16="http://schemas.microsoft.com/office/drawing/2014/main" id="{315093F9-D108-381B-2913-279F09FA73F7}"/>
              </a:ext>
            </a:extLst>
          </p:cNvPr>
          <p:cNvGrpSpPr/>
          <p:nvPr/>
        </p:nvGrpSpPr>
        <p:grpSpPr>
          <a:xfrm>
            <a:off x="5369645" y="1055763"/>
            <a:ext cx="6193090" cy="2499610"/>
            <a:chOff x="5359813" y="180692"/>
            <a:chExt cx="6193090" cy="2499610"/>
          </a:xfrm>
        </p:grpSpPr>
        <p:pic>
          <p:nvPicPr>
            <p:cNvPr id="61" name="Graphic 60" descr="Computer with solid fill">
              <a:extLst>
                <a:ext uri="{FF2B5EF4-FFF2-40B4-BE49-F238E27FC236}">
                  <a16:creationId xmlns:a16="http://schemas.microsoft.com/office/drawing/2014/main" id="{43FD389F-C630-F02F-0AEB-96703DE96C9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46558" y="943648"/>
              <a:ext cx="914400" cy="914400"/>
            </a:xfrm>
            <a:prstGeom prst="rect">
              <a:avLst/>
            </a:prstGeom>
          </p:spPr>
        </p:pic>
        <p:sp>
          <p:nvSpPr>
            <p:cNvPr id="64" name="Rectangle 63">
              <a:extLst>
                <a:ext uri="{FF2B5EF4-FFF2-40B4-BE49-F238E27FC236}">
                  <a16:creationId xmlns:a16="http://schemas.microsoft.com/office/drawing/2014/main" id="{5201CA09-EF3E-566D-02CE-006F4D8F557C}"/>
                </a:ext>
              </a:extLst>
            </p:cNvPr>
            <p:cNvSpPr/>
            <p:nvPr/>
          </p:nvSpPr>
          <p:spPr>
            <a:xfrm>
              <a:off x="5359813" y="245806"/>
              <a:ext cx="6193090" cy="240415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5" name="Graphic 64" descr="Computer with solid fill">
              <a:extLst>
                <a:ext uri="{FF2B5EF4-FFF2-40B4-BE49-F238E27FC236}">
                  <a16:creationId xmlns:a16="http://schemas.microsoft.com/office/drawing/2014/main" id="{D79CEAFF-20D4-F7F4-1D4D-4AE79D2A758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15500" y="1735766"/>
              <a:ext cx="914400" cy="914400"/>
            </a:xfrm>
            <a:prstGeom prst="rect">
              <a:avLst/>
            </a:prstGeom>
          </p:spPr>
        </p:pic>
        <p:pic>
          <p:nvPicPr>
            <p:cNvPr id="66" name="Graphic 65" descr="Computer with solid fill">
              <a:extLst>
                <a:ext uri="{FF2B5EF4-FFF2-40B4-BE49-F238E27FC236}">
                  <a16:creationId xmlns:a16="http://schemas.microsoft.com/office/drawing/2014/main" id="{2A697392-9782-F162-1C92-95F66055E16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31625" y="1687459"/>
              <a:ext cx="914400" cy="914400"/>
            </a:xfrm>
            <a:prstGeom prst="rect">
              <a:avLst/>
            </a:prstGeom>
          </p:spPr>
        </p:pic>
        <p:pic>
          <p:nvPicPr>
            <p:cNvPr id="67" name="Graphic 66" descr="Computer with solid fill">
              <a:extLst>
                <a:ext uri="{FF2B5EF4-FFF2-40B4-BE49-F238E27FC236}">
                  <a16:creationId xmlns:a16="http://schemas.microsoft.com/office/drawing/2014/main" id="{0B82A44F-D923-04DB-7130-B105B82FB34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01568" y="877361"/>
              <a:ext cx="914400" cy="914400"/>
            </a:xfrm>
            <a:prstGeom prst="rect">
              <a:avLst/>
            </a:prstGeom>
          </p:spPr>
        </p:pic>
        <p:pic>
          <p:nvPicPr>
            <p:cNvPr id="68" name="Graphic 67" descr="Computer with solid fill">
              <a:extLst>
                <a:ext uri="{FF2B5EF4-FFF2-40B4-BE49-F238E27FC236}">
                  <a16:creationId xmlns:a16="http://schemas.microsoft.com/office/drawing/2014/main" id="{CE41155E-3E05-7C25-FBDF-67B4033907C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745180" y="874176"/>
              <a:ext cx="914400" cy="914400"/>
            </a:xfrm>
            <a:prstGeom prst="rect">
              <a:avLst/>
            </a:prstGeom>
          </p:spPr>
        </p:pic>
        <p:pic>
          <p:nvPicPr>
            <p:cNvPr id="70" name="Graphic 69" descr="Computer with solid fill">
              <a:extLst>
                <a:ext uri="{FF2B5EF4-FFF2-40B4-BE49-F238E27FC236}">
                  <a16:creationId xmlns:a16="http://schemas.microsoft.com/office/drawing/2014/main" id="{18AA1F90-03FA-9844-4631-59729C69415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114015" y="968480"/>
              <a:ext cx="914400" cy="914400"/>
            </a:xfrm>
            <a:prstGeom prst="rect">
              <a:avLst/>
            </a:prstGeom>
          </p:spPr>
        </p:pic>
        <p:pic>
          <p:nvPicPr>
            <p:cNvPr id="71" name="Graphic 70" descr="Computer with solid fill">
              <a:extLst>
                <a:ext uri="{FF2B5EF4-FFF2-40B4-BE49-F238E27FC236}">
                  <a16:creationId xmlns:a16="http://schemas.microsoft.com/office/drawing/2014/main" id="{1D9F9125-5B27-4AC5-A971-7F90EE70191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502816" y="279991"/>
              <a:ext cx="914400" cy="914400"/>
            </a:xfrm>
            <a:prstGeom prst="rect">
              <a:avLst/>
            </a:prstGeom>
          </p:spPr>
        </p:pic>
        <p:pic>
          <p:nvPicPr>
            <p:cNvPr id="75" name="Graphic 74" descr="Computer with solid fill">
              <a:extLst>
                <a:ext uri="{FF2B5EF4-FFF2-40B4-BE49-F238E27FC236}">
                  <a16:creationId xmlns:a16="http://schemas.microsoft.com/office/drawing/2014/main" id="{EBA6BBB8-9797-3532-10EE-5995F753391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580491" y="183877"/>
              <a:ext cx="914400" cy="914400"/>
            </a:xfrm>
            <a:prstGeom prst="rect">
              <a:avLst/>
            </a:prstGeom>
          </p:spPr>
        </p:pic>
        <p:pic>
          <p:nvPicPr>
            <p:cNvPr id="76" name="Graphic 75" descr="Computer with solid fill">
              <a:extLst>
                <a:ext uri="{FF2B5EF4-FFF2-40B4-BE49-F238E27FC236}">
                  <a16:creationId xmlns:a16="http://schemas.microsoft.com/office/drawing/2014/main" id="{6765FA35-DA95-6914-8D11-7065B6681C8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724103" y="180692"/>
              <a:ext cx="914400" cy="914400"/>
            </a:xfrm>
            <a:prstGeom prst="rect">
              <a:avLst/>
            </a:prstGeom>
          </p:spPr>
        </p:pic>
        <p:pic>
          <p:nvPicPr>
            <p:cNvPr id="94" name="Graphic 93" descr="Computer with solid fill">
              <a:extLst>
                <a:ext uri="{FF2B5EF4-FFF2-40B4-BE49-F238E27FC236}">
                  <a16:creationId xmlns:a16="http://schemas.microsoft.com/office/drawing/2014/main" id="{9F3132F6-A9F8-22A7-3D94-07196799DC2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097913" y="1765902"/>
              <a:ext cx="914400" cy="914400"/>
            </a:xfrm>
            <a:prstGeom prst="rect">
              <a:avLst/>
            </a:prstGeom>
          </p:spPr>
        </p:pic>
      </p:grpSp>
      <p:grpSp>
        <p:nvGrpSpPr>
          <p:cNvPr id="96" name="Group 95">
            <a:extLst>
              <a:ext uri="{FF2B5EF4-FFF2-40B4-BE49-F238E27FC236}">
                <a16:creationId xmlns:a16="http://schemas.microsoft.com/office/drawing/2014/main" id="{4CA41409-1B5C-CE6A-F2CA-B34995676519}"/>
              </a:ext>
            </a:extLst>
          </p:cNvPr>
          <p:cNvGrpSpPr/>
          <p:nvPr/>
        </p:nvGrpSpPr>
        <p:grpSpPr>
          <a:xfrm>
            <a:off x="9409471" y="4194525"/>
            <a:ext cx="1995948" cy="1858429"/>
            <a:chOff x="9399639" y="3319454"/>
            <a:chExt cx="1995948" cy="1858429"/>
          </a:xfrm>
        </p:grpSpPr>
        <p:pic>
          <p:nvPicPr>
            <p:cNvPr id="69" name="Graphic 68" descr="Computer with solid fill">
              <a:extLst>
                <a:ext uri="{FF2B5EF4-FFF2-40B4-BE49-F238E27FC236}">
                  <a16:creationId xmlns:a16="http://schemas.microsoft.com/office/drawing/2014/main" id="{B6760713-E819-39E2-BC42-98B7D243ACE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99639" y="3319454"/>
              <a:ext cx="1777179" cy="1777179"/>
            </a:xfrm>
            <a:prstGeom prst="rect">
              <a:avLst/>
            </a:prstGeom>
          </p:spPr>
        </p:pic>
        <p:sp>
          <p:nvSpPr>
            <p:cNvPr id="95" name="TextBox 94">
              <a:extLst>
                <a:ext uri="{FF2B5EF4-FFF2-40B4-BE49-F238E27FC236}">
                  <a16:creationId xmlns:a16="http://schemas.microsoft.com/office/drawing/2014/main" id="{6F71ED52-DFBD-989B-DBF6-0D59F99D108B}"/>
                </a:ext>
              </a:extLst>
            </p:cNvPr>
            <p:cNvSpPr txBox="1"/>
            <p:nvPr/>
          </p:nvSpPr>
          <p:spPr>
            <a:xfrm>
              <a:off x="9399639" y="4808551"/>
              <a:ext cx="1995948" cy="369332"/>
            </a:xfrm>
            <a:prstGeom prst="rect">
              <a:avLst/>
            </a:prstGeom>
            <a:noFill/>
          </p:spPr>
          <p:txBody>
            <a:bodyPr wrap="square" rtlCol="0">
              <a:spAutoFit/>
            </a:bodyPr>
            <a:lstStyle/>
            <a:p>
              <a:pPr algn="ctr"/>
              <a:r>
                <a:rPr lang="en-US" b="1" dirty="0">
                  <a:solidFill>
                    <a:srgbClr val="FF0000"/>
                  </a:solidFill>
                  <a:latin typeface="Arial" panose="020B0604020202020204" pitchFamily="34" charset="0"/>
                  <a:cs typeface="Arial" panose="020B0604020202020204" pitchFamily="34" charset="0"/>
                </a:rPr>
                <a:t>Reducer</a:t>
              </a:r>
            </a:p>
          </p:txBody>
        </p:sp>
      </p:grpSp>
      <p:cxnSp>
        <p:nvCxnSpPr>
          <p:cNvPr id="98" name="Straight Arrow Connector 97">
            <a:extLst>
              <a:ext uri="{FF2B5EF4-FFF2-40B4-BE49-F238E27FC236}">
                <a16:creationId xmlns:a16="http://schemas.microsoft.com/office/drawing/2014/main" id="{D009A48C-6F6A-5010-CC87-DA16643B1250}"/>
              </a:ext>
            </a:extLst>
          </p:cNvPr>
          <p:cNvCxnSpPr>
            <a:stCxn id="69" idx="1"/>
          </p:cNvCxnSpPr>
          <p:nvPr/>
        </p:nvCxnSpPr>
        <p:spPr>
          <a:xfrm flipH="1" flipV="1">
            <a:off x="6878897" y="5083114"/>
            <a:ext cx="2530574"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77353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wipe(left)">
                                      <p:cBhvr>
                                        <p:cTn id="7" dur="500"/>
                                        <p:tgtEl>
                                          <p:spTgt spid="5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wipe(left)">
                                      <p:cBhvr>
                                        <p:cTn id="12" dur="500"/>
                                        <p:tgtEl>
                                          <p:spTgt spid="3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6"/>
                                        </p:tgtEl>
                                        <p:attrNameLst>
                                          <p:attrName>style.visibility</p:attrName>
                                        </p:attrNameLst>
                                      </p:cBhvr>
                                      <p:to>
                                        <p:strVal val="visible"/>
                                      </p:to>
                                    </p:set>
                                    <p:animEffect transition="in" filter="wipe(left)">
                                      <p:cBhvr>
                                        <p:cTn id="17" dur="500"/>
                                        <p:tgtEl>
                                          <p:spTgt spid="4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9"/>
                                        </p:tgtEl>
                                        <p:attrNameLst>
                                          <p:attrName>style.visibility</p:attrName>
                                        </p:attrNameLst>
                                      </p:cBhvr>
                                      <p:to>
                                        <p:strVal val="visible"/>
                                      </p:to>
                                    </p:set>
                                    <p:animEffect transition="in" filter="wipe(left)">
                                      <p:cBhvr>
                                        <p:cTn id="22" dur="500"/>
                                        <p:tgtEl>
                                          <p:spTgt spid="4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60"/>
                                        </p:tgtEl>
                                        <p:attrNameLst>
                                          <p:attrName>style.visibility</p:attrName>
                                        </p:attrNameLst>
                                      </p:cBhvr>
                                      <p:to>
                                        <p:strVal val="visible"/>
                                      </p:to>
                                    </p:set>
                                    <p:animEffect transition="in" filter="wipe(down)">
                                      <p:cBhvr>
                                        <p:cTn id="27" dur="500"/>
                                        <p:tgtEl>
                                          <p:spTgt spid="6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91"/>
                                        </p:tgtEl>
                                        <p:attrNameLst>
                                          <p:attrName>style.visibility</p:attrName>
                                        </p:attrNameLst>
                                      </p:cBhvr>
                                      <p:to>
                                        <p:strVal val="visible"/>
                                      </p:to>
                                    </p:set>
                                    <p:animEffect transition="in" filter="wipe(up)">
                                      <p:cBhvr>
                                        <p:cTn id="32" dur="500"/>
                                        <p:tgtEl>
                                          <p:spTgt spid="91"/>
                                        </p:tgtEl>
                                      </p:cBhvr>
                                    </p:animEffect>
                                  </p:childTnLst>
                                </p:cTn>
                              </p:par>
                              <p:par>
                                <p:cTn id="33" presetID="22" presetClass="entr" presetSubtype="1" fill="hold" nodeType="withEffect">
                                  <p:stCondLst>
                                    <p:cond delay="0"/>
                                  </p:stCondLst>
                                  <p:childTnLst>
                                    <p:set>
                                      <p:cBhvr>
                                        <p:cTn id="34" dur="1" fill="hold">
                                          <p:stCondLst>
                                            <p:cond delay="0"/>
                                          </p:stCondLst>
                                        </p:cTn>
                                        <p:tgtEl>
                                          <p:spTgt spid="87"/>
                                        </p:tgtEl>
                                        <p:attrNameLst>
                                          <p:attrName>style.visibility</p:attrName>
                                        </p:attrNameLst>
                                      </p:cBhvr>
                                      <p:to>
                                        <p:strVal val="visible"/>
                                      </p:to>
                                    </p:set>
                                    <p:animEffect transition="in" filter="wipe(up)">
                                      <p:cBhvr>
                                        <p:cTn id="35" dur="500"/>
                                        <p:tgtEl>
                                          <p:spTgt spid="87"/>
                                        </p:tgtEl>
                                      </p:cBhvr>
                                    </p:animEffect>
                                  </p:childTnLst>
                                </p:cTn>
                              </p:par>
                              <p:par>
                                <p:cTn id="36" presetID="22" presetClass="entr" presetSubtype="1" fill="hold" nodeType="withEffect">
                                  <p:stCondLst>
                                    <p:cond delay="0"/>
                                  </p:stCondLst>
                                  <p:childTnLst>
                                    <p:set>
                                      <p:cBhvr>
                                        <p:cTn id="37" dur="1" fill="hold">
                                          <p:stCondLst>
                                            <p:cond delay="0"/>
                                          </p:stCondLst>
                                        </p:cTn>
                                        <p:tgtEl>
                                          <p:spTgt spid="81"/>
                                        </p:tgtEl>
                                        <p:attrNameLst>
                                          <p:attrName>style.visibility</p:attrName>
                                        </p:attrNameLst>
                                      </p:cBhvr>
                                      <p:to>
                                        <p:strVal val="visible"/>
                                      </p:to>
                                    </p:set>
                                    <p:animEffect transition="in" filter="wipe(up)">
                                      <p:cBhvr>
                                        <p:cTn id="38" dur="500"/>
                                        <p:tgtEl>
                                          <p:spTgt spid="81"/>
                                        </p:tgtEl>
                                      </p:cBhvr>
                                    </p:animEffect>
                                  </p:childTnLst>
                                </p:cTn>
                              </p:par>
                              <p:par>
                                <p:cTn id="39" presetID="22" presetClass="entr" presetSubtype="1" fill="hold" nodeType="withEffect">
                                  <p:stCondLst>
                                    <p:cond delay="0"/>
                                  </p:stCondLst>
                                  <p:childTnLst>
                                    <p:set>
                                      <p:cBhvr>
                                        <p:cTn id="40" dur="1" fill="hold">
                                          <p:stCondLst>
                                            <p:cond delay="0"/>
                                          </p:stCondLst>
                                        </p:cTn>
                                        <p:tgtEl>
                                          <p:spTgt spid="84"/>
                                        </p:tgtEl>
                                        <p:attrNameLst>
                                          <p:attrName>style.visibility</p:attrName>
                                        </p:attrNameLst>
                                      </p:cBhvr>
                                      <p:to>
                                        <p:strVal val="visible"/>
                                      </p:to>
                                    </p:set>
                                    <p:animEffect transition="in" filter="wipe(up)">
                                      <p:cBhvr>
                                        <p:cTn id="41" dur="500"/>
                                        <p:tgtEl>
                                          <p:spTgt spid="84"/>
                                        </p:tgtEl>
                                      </p:cBhvr>
                                    </p:animEffect>
                                  </p:childTnLst>
                                </p:cTn>
                              </p:par>
                              <p:par>
                                <p:cTn id="42" presetID="22" presetClass="entr" presetSubtype="1" fill="hold" nodeType="withEffect">
                                  <p:stCondLst>
                                    <p:cond delay="0"/>
                                  </p:stCondLst>
                                  <p:childTnLst>
                                    <p:set>
                                      <p:cBhvr>
                                        <p:cTn id="43" dur="1" fill="hold">
                                          <p:stCondLst>
                                            <p:cond delay="0"/>
                                          </p:stCondLst>
                                        </p:cTn>
                                        <p:tgtEl>
                                          <p:spTgt spid="89"/>
                                        </p:tgtEl>
                                        <p:attrNameLst>
                                          <p:attrName>style.visibility</p:attrName>
                                        </p:attrNameLst>
                                      </p:cBhvr>
                                      <p:to>
                                        <p:strVal val="visible"/>
                                      </p:to>
                                    </p:set>
                                    <p:animEffect transition="in" filter="wipe(up)">
                                      <p:cBhvr>
                                        <p:cTn id="44" dur="500"/>
                                        <p:tgtEl>
                                          <p:spTgt spid="89"/>
                                        </p:tgtEl>
                                      </p:cBhvr>
                                    </p:animEffect>
                                  </p:childTnLst>
                                </p:cTn>
                              </p:par>
                              <p:par>
                                <p:cTn id="45" presetID="22" presetClass="entr" presetSubtype="1" fill="hold" nodeType="withEffect">
                                  <p:stCondLst>
                                    <p:cond delay="0"/>
                                  </p:stCondLst>
                                  <p:childTnLst>
                                    <p:set>
                                      <p:cBhvr>
                                        <p:cTn id="46" dur="1" fill="hold">
                                          <p:stCondLst>
                                            <p:cond delay="0"/>
                                          </p:stCondLst>
                                        </p:cTn>
                                        <p:tgtEl>
                                          <p:spTgt spid="93"/>
                                        </p:tgtEl>
                                        <p:attrNameLst>
                                          <p:attrName>style.visibility</p:attrName>
                                        </p:attrNameLst>
                                      </p:cBhvr>
                                      <p:to>
                                        <p:strVal val="visible"/>
                                      </p:to>
                                    </p:set>
                                    <p:animEffect transition="in" filter="wipe(up)">
                                      <p:cBhvr>
                                        <p:cTn id="47" dur="500"/>
                                        <p:tgtEl>
                                          <p:spTgt spid="9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2" fill="hold" nodeType="clickEffect">
                                  <p:stCondLst>
                                    <p:cond delay="0"/>
                                  </p:stCondLst>
                                  <p:childTnLst>
                                    <p:set>
                                      <p:cBhvr>
                                        <p:cTn id="51" dur="1" fill="hold">
                                          <p:stCondLst>
                                            <p:cond delay="0"/>
                                          </p:stCondLst>
                                        </p:cTn>
                                        <p:tgtEl>
                                          <p:spTgt spid="98"/>
                                        </p:tgtEl>
                                        <p:attrNameLst>
                                          <p:attrName>style.visibility</p:attrName>
                                        </p:attrNameLst>
                                      </p:cBhvr>
                                      <p:to>
                                        <p:strVal val="visible"/>
                                      </p:to>
                                    </p:set>
                                    <p:animEffect transition="in" filter="wipe(right)">
                                      <p:cBhvr>
                                        <p:cTn id="52" dur="500"/>
                                        <p:tgtEl>
                                          <p:spTgt spid="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gradFill>
          <a:gsLst>
            <a:gs pos="0">
              <a:schemeClr val="accent2">
                <a:lumMod val="50000"/>
              </a:schemeClr>
            </a:gs>
            <a:gs pos="74000">
              <a:schemeClr val="accent2">
                <a:lumMod val="50000"/>
              </a:schemeClr>
            </a:gs>
            <a:gs pos="83000">
              <a:schemeClr val="accent2">
                <a:lumMod val="50000"/>
              </a:schemeClr>
            </a:gs>
            <a:gs pos="100000">
              <a:schemeClr val="accent2">
                <a:lumMod val="50000"/>
              </a:schemeClr>
            </a:gs>
          </a:gsLst>
          <a:lin ang="5400000" scaled="1"/>
        </a:gradFill>
        <a:effectLst/>
      </p:bgPr>
    </p:bg>
    <p:spTree>
      <p:nvGrpSpPr>
        <p:cNvPr id="1" name="">
          <a:extLst>
            <a:ext uri="{FF2B5EF4-FFF2-40B4-BE49-F238E27FC236}">
              <a16:creationId xmlns:a16="http://schemas.microsoft.com/office/drawing/2014/main" id="{4239AF07-FF5A-44ED-4C69-3E3759686EC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69EA4DE-FDD4-E8C9-EDF7-31D0B06CEC0C}"/>
              </a:ext>
            </a:extLst>
          </p:cNvPr>
          <p:cNvSpPr txBox="1"/>
          <p:nvPr/>
        </p:nvSpPr>
        <p:spPr>
          <a:xfrm>
            <a:off x="1381432" y="2521059"/>
            <a:ext cx="9429136" cy="186204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0" b="1" i="1"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THANK YOU</a:t>
            </a:r>
          </a:p>
        </p:txBody>
      </p:sp>
    </p:spTree>
    <p:extLst>
      <p:ext uri="{BB962C8B-B14F-4D97-AF65-F5344CB8AC3E}">
        <p14:creationId xmlns:p14="http://schemas.microsoft.com/office/powerpoint/2010/main" val="22709090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591</TotalTime>
  <Words>1140</Words>
  <Application>Microsoft Office PowerPoint</Application>
  <PresentationFormat>Widescreen</PresentationFormat>
  <Paragraphs>87</Paragraphs>
  <Slides>23</Slides>
  <Notes>7</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23</vt:i4>
      </vt:variant>
    </vt:vector>
  </HeadingPairs>
  <TitlesOfParts>
    <vt:vector size="31" baseType="lpstr">
      <vt:lpstr>Aptos</vt:lpstr>
      <vt:lpstr>Aptos Display</vt:lpstr>
      <vt:lpstr>Arial</vt:lpstr>
      <vt:lpstr>Calibri</vt:lpstr>
      <vt:lpstr>Calibri Light</vt:lpstr>
      <vt:lpstr>Times New Roman</vt:lpstr>
      <vt:lpstr>Office Theme</vt:lpstr>
      <vt:lpstr>1_Office Theme</vt:lpstr>
      <vt:lpstr>PowerPoint Presentation</vt:lpstr>
      <vt:lpstr>PowerPoint Presentation</vt:lpstr>
      <vt:lpstr>What is Microservices Architecture?</vt:lpstr>
      <vt:lpstr>What is Microservices Architecture?</vt:lpstr>
      <vt:lpstr>PowerPoint Presentation</vt:lpstr>
      <vt:lpstr>The idea of API Gateway:</vt:lpstr>
      <vt:lpstr>The idea of API Gateway:</vt:lpstr>
      <vt:lpstr>The REST API: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Distributed Computing Models:</vt:lpstr>
      <vt:lpstr>PowerPoint Presentation</vt:lpstr>
      <vt:lpstr>Server Distribution:</vt:lpstr>
      <vt:lpstr>PowerPoint Presentation</vt:lpstr>
      <vt:lpstr>MapReduce Processing</vt:lpstr>
      <vt:lpstr>System Workflow:</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alHasan 20367648</dc:creator>
  <cp:lastModifiedBy>alHasan 20367648</cp:lastModifiedBy>
  <cp:revision>313</cp:revision>
  <dcterms:created xsi:type="dcterms:W3CDTF">2026-01-20T15:16:40Z</dcterms:created>
  <dcterms:modified xsi:type="dcterms:W3CDTF">2026-04-27T06:54:51Z</dcterms:modified>
</cp:coreProperties>
</file>